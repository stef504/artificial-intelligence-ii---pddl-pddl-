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6" r:id="rId10"/>
    <p:sldId id="267" r:id="rId11"/>
    <p:sldId id="265" r:id="rId12"/>
    <p:sldId id="268" r:id="rId13"/>
    <p:sldId id="269" r:id="rId14"/>
    <p:sldId id="271" r:id="rId15"/>
    <p:sldId id="272" r:id="rId16"/>
    <p:sldId id="273" r:id="rId17"/>
    <p:sldId id="264" r:id="rId18"/>
    <p:sldId id="275" r:id="rId19"/>
    <p:sldId id="274" r:id="rId20"/>
    <p:sldId id="270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9FF"/>
    <a:srgbClr val="FFCCFF"/>
    <a:srgbClr val="FFFFCC"/>
    <a:srgbClr val="CCFFCC"/>
    <a:srgbClr val="312D2F"/>
    <a:srgbClr val="C094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F61E714-1212-4F79-8F08-CFA093CF4C5F}" v="968" dt="2026-06-28T10:14:52.34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4183" autoAdjust="0"/>
  </p:normalViewPr>
  <p:slideViewPr>
    <p:cSldViewPr snapToGrid="0">
      <p:cViewPr varScale="1">
        <p:scale>
          <a:sx n="69" d="100"/>
          <a:sy n="69" d="100"/>
        </p:scale>
        <p:origin x="120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ermena Stefania" userId="848a3578-c669-42d9-960b-fb42db2e6943" providerId="ADAL" clId="{0EF7214D-E59F-4D86-9B6A-2134479533EA}"/>
    <pc:docChg chg="undo custSel addSld delSld modSld sldOrd modMainMaster">
      <pc:chgData name="Germena Stefania" userId="848a3578-c669-42d9-960b-fb42db2e6943" providerId="ADAL" clId="{0EF7214D-E59F-4D86-9B6A-2134479533EA}" dt="2026-06-28T10:14:52.340" v="3382" actId="20577"/>
      <pc:docMkLst>
        <pc:docMk/>
      </pc:docMkLst>
      <pc:sldChg chg="addSp delSp modSp new mod setBg">
        <pc:chgData name="Germena Stefania" userId="848a3578-c669-42d9-960b-fb42db2e6943" providerId="ADAL" clId="{0EF7214D-E59F-4D86-9B6A-2134479533EA}" dt="2026-06-26T13:16:48.903" v="2748" actId="1076"/>
        <pc:sldMkLst>
          <pc:docMk/>
          <pc:sldMk cId="389328993" sldId="256"/>
        </pc:sldMkLst>
        <pc:spChg chg="add mod">
          <ac:chgData name="Germena Stefania" userId="848a3578-c669-42d9-960b-fb42db2e6943" providerId="ADAL" clId="{0EF7214D-E59F-4D86-9B6A-2134479533EA}" dt="2026-06-26T09:47:44.454" v="1062" actId="207"/>
          <ac:spMkLst>
            <pc:docMk/>
            <pc:sldMk cId="389328993" sldId="256"/>
            <ac:spMk id="6" creationId="{39B351D8-0466-F8A2-0356-78859C8ED4B2}"/>
          </ac:spMkLst>
        </pc:spChg>
        <pc:spChg chg="add mod">
          <ac:chgData name="Germena Stefania" userId="848a3578-c669-42d9-960b-fb42db2e6943" providerId="ADAL" clId="{0EF7214D-E59F-4D86-9B6A-2134479533EA}" dt="2026-06-25T16:42:29.101" v="25" actId="14100"/>
          <ac:spMkLst>
            <pc:docMk/>
            <pc:sldMk cId="389328993" sldId="256"/>
            <ac:spMk id="7" creationId="{26FBD43E-3778-AB15-B90B-4B5ACB8886A7}"/>
          </ac:spMkLst>
        </pc:spChg>
        <pc:spChg chg="add mod">
          <ac:chgData name="Germena Stefania" userId="848a3578-c669-42d9-960b-fb42db2e6943" providerId="ADAL" clId="{0EF7214D-E59F-4D86-9B6A-2134479533EA}" dt="2026-06-25T16:43:03.153" v="53" actId="1076"/>
          <ac:spMkLst>
            <pc:docMk/>
            <pc:sldMk cId="389328993" sldId="256"/>
            <ac:spMk id="8" creationId="{36F6CF61-5C7C-3CC2-A6F3-E91DBA1D860E}"/>
          </ac:spMkLst>
        </pc:spChg>
        <pc:picChg chg="add mod">
          <ac:chgData name="Germena Stefania" userId="848a3578-c669-42d9-960b-fb42db2e6943" providerId="ADAL" clId="{0EF7214D-E59F-4D86-9B6A-2134479533EA}" dt="2026-06-26T13:16:48.903" v="2748" actId="1076"/>
          <ac:picMkLst>
            <pc:docMk/>
            <pc:sldMk cId="389328993" sldId="256"/>
            <ac:picMk id="5" creationId="{D253C4FF-3024-45D5-233C-BB6BFD55E8E9}"/>
          </ac:picMkLst>
        </pc:picChg>
      </pc:sldChg>
      <pc:sldChg chg="addSp delSp modSp new mod modTransition setBg modAnim">
        <pc:chgData name="Germena Stefania" userId="848a3578-c669-42d9-960b-fb42db2e6943" providerId="ADAL" clId="{0EF7214D-E59F-4D86-9B6A-2134479533EA}" dt="2026-06-28T09:35:07.540" v="3345"/>
        <pc:sldMkLst>
          <pc:docMk/>
          <pc:sldMk cId="2062835970" sldId="257"/>
        </pc:sldMkLst>
        <pc:spChg chg="add mod">
          <ac:chgData name="Germena Stefania" userId="848a3578-c669-42d9-960b-fb42db2e6943" providerId="ADAL" clId="{0EF7214D-E59F-4D86-9B6A-2134479533EA}" dt="2026-06-25T16:44:43.261" v="84" actId="403"/>
          <ac:spMkLst>
            <pc:docMk/>
            <pc:sldMk cId="2062835970" sldId="257"/>
            <ac:spMk id="4" creationId="{50092AF8-B9D8-18B1-248F-9536CF3BCFF3}"/>
          </ac:spMkLst>
        </pc:spChg>
        <pc:spChg chg="add mod">
          <ac:chgData name="Germena Stefania" userId="848a3578-c669-42d9-960b-fb42db2e6943" providerId="ADAL" clId="{0EF7214D-E59F-4D86-9B6A-2134479533EA}" dt="2026-06-26T13:08:56.429" v="2726" actId="207"/>
          <ac:spMkLst>
            <pc:docMk/>
            <pc:sldMk cId="2062835970" sldId="257"/>
            <ac:spMk id="5" creationId="{A279E8DB-44ED-8DBA-5EFF-378754947867}"/>
          </ac:spMkLst>
        </pc:spChg>
        <pc:spChg chg="add mod">
          <ac:chgData name="Germena Stefania" userId="848a3578-c669-42d9-960b-fb42db2e6943" providerId="ADAL" clId="{0EF7214D-E59F-4D86-9B6A-2134479533EA}" dt="2026-06-26T13:09:19.052" v="2733" actId="207"/>
          <ac:spMkLst>
            <pc:docMk/>
            <pc:sldMk cId="2062835970" sldId="257"/>
            <ac:spMk id="6" creationId="{D16E881C-A7B3-D3CE-4815-BC539C6935F4}"/>
          </ac:spMkLst>
        </pc:spChg>
        <pc:spChg chg="add mod">
          <ac:chgData name="Germena Stefania" userId="848a3578-c669-42d9-960b-fb42db2e6943" providerId="ADAL" clId="{0EF7214D-E59F-4D86-9B6A-2134479533EA}" dt="2026-06-26T13:09:31.833" v="2737" actId="207"/>
          <ac:spMkLst>
            <pc:docMk/>
            <pc:sldMk cId="2062835970" sldId="257"/>
            <ac:spMk id="7" creationId="{4B74EB29-3932-0578-958B-FB7A1868092C}"/>
          </ac:spMkLst>
        </pc:spChg>
      </pc:sldChg>
      <pc:sldChg chg="addSp delSp modSp new mod modTransition setBg delAnim modAnim">
        <pc:chgData name="Germena Stefania" userId="848a3578-c669-42d9-960b-fb42db2e6943" providerId="ADAL" clId="{0EF7214D-E59F-4D86-9B6A-2134479533EA}" dt="2026-06-28T09:32:20.644" v="3299"/>
        <pc:sldMkLst>
          <pc:docMk/>
          <pc:sldMk cId="2398210279" sldId="258"/>
        </pc:sldMkLst>
        <pc:spChg chg="add mod">
          <ac:chgData name="Germena Stefania" userId="848a3578-c669-42d9-960b-fb42db2e6943" providerId="ADAL" clId="{0EF7214D-E59F-4D86-9B6A-2134479533EA}" dt="2026-06-27T16:14:38.565" v="2892" actId="1076"/>
          <ac:spMkLst>
            <pc:docMk/>
            <pc:sldMk cId="2398210279" sldId="258"/>
            <ac:spMk id="2" creationId="{CC432F07-51BF-E87A-B678-467084376C87}"/>
          </ac:spMkLst>
        </pc:spChg>
        <pc:spChg chg="add del mod">
          <ac:chgData name="Germena Stefania" userId="848a3578-c669-42d9-960b-fb42db2e6943" providerId="ADAL" clId="{0EF7214D-E59F-4D86-9B6A-2134479533EA}" dt="2026-06-27T16:14:33.534" v="2890" actId="478"/>
          <ac:spMkLst>
            <pc:docMk/>
            <pc:sldMk cId="2398210279" sldId="258"/>
            <ac:spMk id="3" creationId="{31D903DA-BCE3-0EF2-FEAB-A849BA217D03}"/>
          </ac:spMkLst>
        </pc:spChg>
        <pc:spChg chg="add mod">
          <ac:chgData name="Germena Stefania" userId="848a3578-c669-42d9-960b-fb42db2e6943" providerId="ADAL" clId="{0EF7214D-E59F-4D86-9B6A-2134479533EA}" dt="2026-06-27T16:14:36.973" v="2891" actId="1076"/>
          <ac:spMkLst>
            <pc:docMk/>
            <pc:sldMk cId="2398210279" sldId="258"/>
            <ac:spMk id="4" creationId="{8E0B2457-F0F1-BB34-CB68-57CC6A9B9D13}"/>
          </ac:spMkLst>
        </pc:spChg>
        <pc:spChg chg="add mod">
          <ac:chgData name="Germena Stefania" userId="848a3578-c669-42d9-960b-fb42db2e6943" providerId="ADAL" clId="{0EF7214D-E59F-4D86-9B6A-2134479533EA}" dt="2026-06-26T08:02:20.090" v="298"/>
          <ac:spMkLst>
            <pc:docMk/>
            <pc:sldMk cId="2398210279" sldId="258"/>
            <ac:spMk id="5" creationId="{A3FC9786-3A85-8940-36AE-F61111004034}"/>
          </ac:spMkLst>
        </pc:spChg>
      </pc:sldChg>
      <pc:sldChg chg="addSp delSp modSp new mod ord modTransition">
        <pc:chgData name="Germena Stefania" userId="848a3578-c669-42d9-960b-fb42db2e6943" providerId="ADAL" clId="{0EF7214D-E59F-4D86-9B6A-2134479533EA}" dt="2026-06-28T09:34:42.919" v="3342"/>
        <pc:sldMkLst>
          <pc:docMk/>
          <pc:sldMk cId="926986882" sldId="259"/>
        </pc:sldMkLst>
        <pc:spChg chg="add mod ord">
          <ac:chgData name="Germena Stefania" userId="848a3578-c669-42d9-960b-fb42db2e6943" providerId="ADAL" clId="{0EF7214D-E59F-4D86-9B6A-2134479533EA}" dt="2026-06-26T08:02:02.479" v="297" actId="1076"/>
          <ac:spMkLst>
            <pc:docMk/>
            <pc:sldMk cId="926986882" sldId="259"/>
            <ac:spMk id="5" creationId="{9646E3DA-B00C-C2E4-890F-7BD2F8F5187D}"/>
          </ac:spMkLst>
        </pc:spChg>
        <pc:spChg chg="add mod">
          <ac:chgData name="Germena Stefania" userId="848a3578-c669-42d9-960b-fb42db2e6943" providerId="ADAL" clId="{0EF7214D-E59F-4D86-9B6A-2134479533EA}" dt="2026-06-26T08:01:58.944" v="296" actId="1076"/>
          <ac:spMkLst>
            <pc:docMk/>
            <pc:sldMk cId="926986882" sldId="259"/>
            <ac:spMk id="9" creationId="{ED050E59-C733-B61B-6A83-514DFC55F4FC}"/>
          </ac:spMkLst>
        </pc:spChg>
        <pc:picChg chg="add mod">
          <ac:chgData name="Germena Stefania" userId="848a3578-c669-42d9-960b-fb42db2e6943" providerId="ADAL" clId="{0EF7214D-E59F-4D86-9B6A-2134479533EA}" dt="2026-06-26T08:01:54.698" v="295" actId="1076"/>
          <ac:picMkLst>
            <pc:docMk/>
            <pc:sldMk cId="926986882" sldId="259"/>
            <ac:picMk id="7" creationId="{D86DA600-B88F-F7AC-D511-B19F15527730}"/>
          </ac:picMkLst>
        </pc:picChg>
      </pc:sldChg>
      <pc:sldChg chg="addSp delSp modSp add mod delAnim modAnim">
        <pc:chgData name="Germena Stefania" userId="848a3578-c669-42d9-960b-fb42db2e6943" providerId="ADAL" clId="{0EF7214D-E59F-4D86-9B6A-2134479533EA}" dt="2026-06-28T08:03:46.330" v="3278" actId="20577"/>
        <pc:sldMkLst>
          <pc:docMk/>
          <pc:sldMk cId="4099601392" sldId="260"/>
        </pc:sldMkLst>
        <pc:spChg chg="mod">
          <ac:chgData name="Germena Stefania" userId="848a3578-c669-42d9-960b-fb42db2e6943" providerId="ADAL" clId="{0EF7214D-E59F-4D86-9B6A-2134479533EA}" dt="2026-06-28T08:03:46.330" v="3278" actId="20577"/>
          <ac:spMkLst>
            <pc:docMk/>
            <pc:sldMk cId="4099601392" sldId="260"/>
            <ac:spMk id="2" creationId="{8B49FC02-8066-C10D-6B6C-1A6FC0641873}"/>
          </ac:spMkLst>
        </pc:spChg>
        <pc:spChg chg="mod">
          <ac:chgData name="Germena Stefania" userId="848a3578-c669-42d9-960b-fb42db2e6943" providerId="ADAL" clId="{0EF7214D-E59F-4D86-9B6A-2134479533EA}" dt="2026-06-26T08:05:04.093" v="312" actId="20577"/>
          <ac:spMkLst>
            <pc:docMk/>
            <pc:sldMk cId="4099601392" sldId="260"/>
            <ac:spMk id="5" creationId="{A1F4A0B1-BABF-C728-4330-88315BF54E87}"/>
          </ac:spMkLst>
        </pc:spChg>
      </pc:sldChg>
      <pc:sldChg chg="addSp delSp modSp add mod delAnim modAnim">
        <pc:chgData name="Germena Stefania" userId="848a3578-c669-42d9-960b-fb42db2e6943" providerId="ADAL" clId="{0EF7214D-E59F-4D86-9B6A-2134479533EA}" dt="2026-06-27T16:15:18.967" v="2905"/>
        <pc:sldMkLst>
          <pc:docMk/>
          <pc:sldMk cId="3547205842" sldId="261"/>
        </pc:sldMkLst>
        <pc:spChg chg="add mod">
          <ac:chgData name="Germena Stefania" userId="848a3578-c669-42d9-960b-fb42db2e6943" providerId="ADAL" clId="{0EF7214D-E59F-4D86-9B6A-2134479533EA}" dt="2026-06-27T16:15:10.224" v="2900" actId="14100"/>
          <ac:spMkLst>
            <pc:docMk/>
            <pc:sldMk cId="3547205842" sldId="261"/>
            <ac:spMk id="2" creationId="{396BDDA5-063D-CC21-FE54-A1F27BA67A11}"/>
          </ac:spMkLst>
        </pc:spChg>
        <pc:spChg chg="add mod">
          <ac:chgData name="Germena Stefania" userId="848a3578-c669-42d9-960b-fb42db2e6943" providerId="ADAL" clId="{0EF7214D-E59F-4D86-9B6A-2134479533EA}" dt="2026-06-26T08:55:06.300" v="416"/>
          <ac:spMkLst>
            <pc:docMk/>
            <pc:sldMk cId="3547205842" sldId="261"/>
            <ac:spMk id="4" creationId="{21C02692-AA44-773E-6846-8385396EE2A0}"/>
          </ac:spMkLst>
        </pc:spChg>
        <pc:spChg chg="mod">
          <ac:chgData name="Germena Stefania" userId="848a3578-c669-42d9-960b-fb42db2e6943" providerId="ADAL" clId="{0EF7214D-E59F-4D86-9B6A-2134479533EA}" dt="2026-06-27T16:15:13.635" v="2902" actId="14100"/>
          <ac:spMkLst>
            <pc:docMk/>
            <pc:sldMk cId="3547205842" sldId="261"/>
            <ac:spMk id="7" creationId="{3707D0ED-43BF-8970-90A6-94447F5E29C8}"/>
          </ac:spMkLst>
        </pc:spChg>
        <pc:spChg chg="add mod">
          <ac:chgData name="Germena Stefania" userId="848a3578-c669-42d9-960b-fb42db2e6943" providerId="ADAL" clId="{0EF7214D-E59F-4D86-9B6A-2134479533EA}" dt="2026-06-27T16:15:11.879" v="2901" actId="14100"/>
          <ac:spMkLst>
            <pc:docMk/>
            <pc:sldMk cId="3547205842" sldId="261"/>
            <ac:spMk id="8" creationId="{C51B58AE-7533-294B-CBF1-0158FF3FA13A}"/>
          </ac:spMkLst>
        </pc:spChg>
      </pc:sldChg>
      <pc:sldChg chg="addSp delSp modSp add mod modTransition delAnim modAnim">
        <pc:chgData name="Germena Stefania" userId="848a3578-c669-42d9-960b-fb42db2e6943" providerId="ADAL" clId="{0EF7214D-E59F-4D86-9B6A-2134479533EA}" dt="2026-06-28T09:34:15.418" v="3337"/>
        <pc:sldMkLst>
          <pc:docMk/>
          <pc:sldMk cId="23660688" sldId="262"/>
        </pc:sldMkLst>
        <pc:spChg chg="add mod">
          <ac:chgData name="Germena Stefania" userId="848a3578-c669-42d9-960b-fb42db2e6943" providerId="ADAL" clId="{0EF7214D-E59F-4D86-9B6A-2134479533EA}" dt="2026-06-26T08:59:24.257" v="478" actId="1076"/>
          <ac:spMkLst>
            <pc:docMk/>
            <pc:sldMk cId="23660688" sldId="262"/>
            <ac:spMk id="2" creationId="{7B4A260F-8EBF-35D6-34DD-3DB3F0889DE7}"/>
          </ac:spMkLst>
        </pc:spChg>
        <pc:spChg chg="mod">
          <ac:chgData name="Germena Stefania" userId="848a3578-c669-42d9-960b-fb42db2e6943" providerId="ADAL" clId="{0EF7214D-E59F-4D86-9B6A-2134479533EA}" dt="2026-06-27T16:15:33.080" v="2926" actId="20577"/>
          <ac:spMkLst>
            <pc:docMk/>
            <pc:sldMk cId="23660688" sldId="262"/>
            <ac:spMk id="4" creationId="{FF835AEB-C84D-FC4A-CE6C-12B271F0544C}"/>
          </ac:spMkLst>
        </pc:spChg>
        <pc:spChg chg="mod">
          <ac:chgData name="Germena Stefania" userId="848a3578-c669-42d9-960b-fb42db2e6943" providerId="ADAL" clId="{0EF7214D-E59F-4D86-9B6A-2134479533EA}" dt="2026-06-26T08:59:22.179" v="477" actId="1076"/>
          <ac:spMkLst>
            <pc:docMk/>
            <pc:sldMk cId="23660688" sldId="262"/>
            <ac:spMk id="7" creationId="{26464FBB-C34A-68AA-2E48-C8410DD1BE40}"/>
          </ac:spMkLst>
        </pc:spChg>
      </pc:sldChg>
      <pc:sldChg chg="addSp delSp modSp new mod modTransition">
        <pc:chgData name="Germena Stefania" userId="848a3578-c669-42d9-960b-fb42db2e6943" providerId="ADAL" clId="{0EF7214D-E59F-4D86-9B6A-2134479533EA}" dt="2026-06-28T09:34:12.424" v="3332"/>
        <pc:sldMkLst>
          <pc:docMk/>
          <pc:sldMk cId="3603402913" sldId="263"/>
        </pc:sldMkLst>
        <pc:spChg chg="add">
          <ac:chgData name="Germena Stefania" userId="848a3578-c669-42d9-960b-fb42db2e6943" providerId="ADAL" clId="{0EF7214D-E59F-4D86-9B6A-2134479533EA}" dt="2026-06-26T09:01:18.298" v="488" actId="22"/>
          <ac:spMkLst>
            <pc:docMk/>
            <pc:sldMk cId="3603402913" sldId="263"/>
            <ac:spMk id="7" creationId="{EB13489A-0EE4-8421-6BC6-C2EA8038CF3E}"/>
          </ac:spMkLst>
        </pc:spChg>
        <pc:spChg chg="add mod">
          <ac:chgData name="Germena Stefania" userId="848a3578-c669-42d9-960b-fb42db2e6943" providerId="ADAL" clId="{0EF7214D-E59F-4D86-9B6A-2134479533EA}" dt="2026-06-26T09:01:34.288" v="495" actId="1076"/>
          <ac:spMkLst>
            <pc:docMk/>
            <pc:sldMk cId="3603402913" sldId="263"/>
            <ac:spMk id="9" creationId="{FFF09A2D-51F9-D94C-6AB5-F5F092BF8DCD}"/>
          </ac:spMkLst>
        </pc:spChg>
        <pc:picChg chg="add mod">
          <ac:chgData name="Germena Stefania" userId="848a3578-c669-42d9-960b-fb42db2e6943" providerId="ADAL" clId="{0EF7214D-E59F-4D86-9B6A-2134479533EA}" dt="2026-06-26T09:01:38.173" v="496" actId="1076"/>
          <ac:picMkLst>
            <pc:docMk/>
            <pc:sldMk cId="3603402913" sldId="263"/>
            <ac:picMk id="5" creationId="{1834C8ED-13DE-467E-CCB6-862FB82E9492}"/>
          </ac:picMkLst>
        </pc:picChg>
      </pc:sldChg>
      <pc:sldChg chg="addSp delSp modSp new mod modTransition delAnim modAnim">
        <pc:chgData name="Germena Stefania" userId="848a3578-c669-42d9-960b-fb42db2e6943" providerId="ADAL" clId="{0EF7214D-E59F-4D86-9B6A-2134479533EA}" dt="2026-06-28T09:33:51.183" v="3312"/>
        <pc:sldMkLst>
          <pc:docMk/>
          <pc:sldMk cId="2228004685" sldId="264"/>
        </pc:sldMkLst>
        <pc:spChg chg="add mod">
          <ac:chgData name="Germena Stefania" userId="848a3578-c669-42d9-960b-fb42db2e6943" providerId="ADAL" clId="{0EF7214D-E59F-4D86-9B6A-2134479533EA}" dt="2026-06-26T12:36:43.094" v="2283" actId="20577"/>
          <ac:spMkLst>
            <pc:docMk/>
            <pc:sldMk cId="2228004685" sldId="264"/>
            <ac:spMk id="5" creationId="{ACC83380-F04F-6B08-31CF-9E101B4A465C}"/>
          </ac:spMkLst>
        </pc:spChg>
        <pc:spChg chg="add mod">
          <ac:chgData name="Germena Stefania" userId="848a3578-c669-42d9-960b-fb42db2e6943" providerId="ADAL" clId="{0EF7214D-E59F-4D86-9B6A-2134479533EA}" dt="2026-06-26T12:40:16.446" v="2468" actId="1076"/>
          <ac:spMkLst>
            <pc:docMk/>
            <pc:sldMk cId="2228004685" sldId="264"/>
            <ac:spMk id="6" creationId="{ED97ACC8-6960-9D3F-CD68-53203A07DFBD}"/>
          </ac:spMkLst>
        </pc:spChg>
        <pc:spChg chg="add mod">
          <ac:chgData name="Germena Stefania" userId="848a3578-c669-42d9-960b-fb42db2e6943" providerId="ADAL" clId="{0EF7214D-E59F-4D86-9B6A-2134479533EA}" dt="2026-06-26T12:40:19.455" v="2469" actId="1076"/>
          <ac:spMkLst>
            <pc:docMk/>
            <pc:sldMk cId="2228004685" sldId="264"/>
            <ac:spMk id="7" creationId="{3239B72F-D513-01CC-5493-45B58D8E7E0D}"/>
          </ac:spMkLst>
        </pc:spChg>
        <pc:spChg chg="add mod">
          <ac:chgData name="Germena Stefania" userId="848a3578-c669-42d9-960b-fb42db2e6943" providerId="ADAL" clId="{0EF7214D-E59F-4D86-9B6A-2134479533EA}" dt="2026-06-26T12:39:22.833" v="2376" actId="1076"/>
          <ac:spMkLst>
            <pc:docMk/>
            <pc:sldMk cId="2228004685" sldId="264"/>
            <ac:spMk id="8" creationId="{492F65DA-3267-90A4-9B49-56F16A3626B6}"/>
          </ac:spMkLst>
        </pc:spChg>
        <pc:spChg chg="add mod">
          <ac:chgData name="Germena Stefania" userId="848a3578-c669-42d9-960b-fb42db2e6943" providerId="ADAL" clId="{0EF7214D-E59F-4D86-9B6A-2134479533EA}" dt="2026-06-26T12:39:24.602" v="2377" actId="1076"/>
          <ac:spMkLst>
            <pc:docMk/>
            <pc:sldMk cId="2228004685" sldId="264"/>
            <ac:spMk id="9" creationId="{86C77D3A-4703-52D6-6541-C6B32F2C524B}"/>
          </ac:spMkLst>
        </pc:spChg>
      </pc:sldChg>
      <pc:sldChg chg="addSp delSp modSp new mod ord modTransition setBg addAnim delAnim modAnim">
        <pc:chgData name="Germena Stefania" userId="848a3578-c669-42d9-960b-fb42db2e6943" providerId="ADAL" clId="{0EF7214D-E59F-4D86-9B6A-2134479533EA}" dt="2026-06-28T10:09:50.455" v="3371" actId="20577"/>
        <pc:sldMkLst>
          <pc:docMk/>
          <pc:sldMk cId="2110203462" sldId="265"/>
        </pc:sldMkLst>
        <pc:spChg chg="add mod">
          <ac:chgData name="Germena Stefania" userId="848a3578-c669-42d9-960b-fb42db2e6943" providerId="ADAL" clId="{0EF7214D-E59F-4D86-9B6A-2134479533EA}" dt="2026-06-26T09:41:18.392" v="781" actId="404"/>
          <ac:spMkLst>
            <pc:docMk/>
            <pc:sldMk cId="2110203462" sldId="265"/>
            <ac:spMk id="5" creationId="{75212A5C-932C-9369-22E0-F8BEF26AA4A6}"/>
          </ac:spMkLst>
        </pc:spChg>
        <pc:spChg chg="add mod">
          <ac:chgData name="Germena Stefania" userId="848a3578-c669-42d9-960b-fb42db2e6943" providerId="ADAL" clId="{0EF7214D-E59F-4D86-9B6A-2134479533EA}" dt="2026-06-26T09:52:17.846" v="1093" actId="207"/>
          <ac:spMkLst>
            <pc:docMk/>
            <pc:sldMk cId="2110203462" sldId="265"/>
            <ac:spMk id="6" creationId="{5E1F4D1F-1C6B-774E-B569-3DEBCD6F0858}"/>
          </ac:spMkLst>
        </pc:spChg>
        <pc:spChg chg="add mod">
          <ac:chgData name="Germena Stefania" userId="848a3578-c669-42d9-960b-fb42db2e6943" providerId="ADAL" clId="{0EF7214D-E59F-4D86-9B6A-2134479533EA}" dt="2026-06-26T09:52:35.344" v="1098" actId="207"/>
          <ac:spMkLst>
            <pc:docMk/>
            <pc:sldMk cId="2110203462" sldId="265"/>
            <ac:spMk id="12" creationId="{7B9C0700-8604-83F1-EC9C-59E7F9B32A89}"/>
          </ac:spMkLst>
        </pc:spChg>
        <pc:spChg chg="add mod">
          <ac:chgData name="Germena Stefania" userId="848a3578-c669-42d9-960b-fb42db2e6943" providerId="ADAL" clId="{0EF7214D-E59F-4D86-9B6A-2134479533EA}" dt="2026-06-26T09:52:30.065" v="1096" actId="207"/>
          <ac:spMkLst>
            <pc:docMk/>
            <pc:sldMk cId="2110203462" sldId="265"/>
            <ac:spMk id="13" creationId="{E20408F3-101A-EAD6-4C10-7F4A963E2B6B}"/>
          </ac:spMkLst>
        </pc:spChg>
        <pc:spChg chg="add mod">
          <ac:chgData name="Germena Stefania" userId="848a3578-c669-42d9-960b-fb42db2e6943" providerId="ADAL" clId="{0EF7214D-E59F-4D86-9B6A-2134479533EA}" dt="2026-06-26T09:52:24.729" v="1094" actId="207"/>
          <ac:spMkLst>
            <pc:docMk/>
            <pc:sldMk cId="2110203462" sldId="265"/>
            <ac:spMk id="15" creationId="{7EFBA120-55D9-6436-6B3A-840C98DB16D4}"/>
          </ac:spMkLst>
        </pc:spChg>
        <pc:spChg chg="add mod">
          <ac:chgData name="Germena Stefania" userId="848a3578-c669-42d9-960b-fb42db2e6943" providerId="ADAL" clId="{0EF7214D-E59F-4D86-9B6A-2134479533EA}" dt="2026-06-26T09:52:38.857" v="1099" actId="207"/>
          <ac:spMkLst>
            <pc:docMk/>
            <pc:sldMk cId="2110203462" sldId="265"/>
            <ac:spMk id="17" creationId="{1F129E43-BD34-3A59-6E93-F6908418C51F}"/>
          </ac:spMkLst>
        </pc:spChg>
        <pc:spChg chg="add mod">
          <ac:chgData name="Germena Stefania" userId="848a3578-c669-42d9-960b-fb42db2e6943" providerId="ADAL" clId="{0EF7214D-E59F-4D86-9B6A-2134479533EA}" dt="2026-06-26T09:52:27.506" v="1095" actId="207"/>
          <ac:spMkLst>
            <pc:docMk/>
            <pc:sldMk cId="2110203462" sldId="265"/>
            <ac:spMk id="18" creationId="{AE225B99-745B-121C-2B24-F8211C93669F}"/>
          </ac:spMkLst>
        </pc:spChg>
        <pc:spChg chg="add mod">
          <ac:chgData name="Germena Stefania" userId="848a3578-c669-42d9-960b-fb42db2e6943" providerId="ADAL" clId="{0EF7214D-E59F-4D86-9B6A-2134479533EA}" dt="2026-06-26T09:52:41.834" v="1100" actId="207"/>
          <ac:spMkLst>
            <pc:docMk/>
            <pc:sldMk cId="2110203462" sldId="265"/>
            <ac:spMk id="19" creationId="{29A691AC-589A-41D7-76C8-E731F3CAD742}"/>
          </ac:spMkLst>
        </pc:spChg>
        <pc:spChg chg="add mod">
          <ac:chgData name="Germena Stefania" userId="848a3578-c669-42d9-960b-fb42db2e6943" providerId="ADAL" clId="{0EF7214D-E59F-4D86-9B6A-2134479533EA}" dt="2026-06-26T09:52:32.421" v="1097" actId="207"/>
          <ac:spMkLst>
            <pc:docMk/>
            <pc:sldMk cId="2110203462" sldId="265"/>
            <ac:spMk id="20" creationId="{D75B5EC3-2742-BC9F-F8DA-6E249018DB99}"/>
          </ac:spMkLst>
        </pc:spChg>
        <pc:spChg chg="add mod">
          <ac:chgData name="Germena Stefania" userId="848a3578-c669-42d9-960b-fb42db2e6943" providerId="ADAL" clId="{0EF7214D-E59F-4D86-9B6A-2134479533EA}" dt="2026-06-26T09:52:44.643" v="1101" actId="207"/>
          <ac:spMkLst>
            <pc:docMk/>
            <pc:sldMk cId="2110203462" sldId="265"/>
            <ac:spMk id="21" creationId="{B83CA8E9-701E-6CC8-76CC-F77368875829}"/>
          </ac:spMkLst>
        </pc:spChg>
        <pc:spChg chg="add mod">
          <ac:chgData name="Germena Stefania" userId="848a3578-c669-42d9-960b-fb42db2e6943" providerId="ADAL" clId="{0EF7214D-E59F-4D86-9B6A-2134479533EA}" dt="2026-06-26T09:45:10.495" v="1053" actId="1076"/>
          <ac:spMkLst>
            <pc:docMk/>
            <pc:sldMk cId="2110203462" sldId="265"/>
            <ac:spMk id="22" creationId="{F2932FE4-CF77-2423-5355-94EE354121C1}"/>
          </ac:spMkLst>
        </pc:spChg>
        <pc:spChg chg="add mod">
          <ac:chgData name="Germena Stefania" userId="848a3578-c669-42d9-960b-fb42db2e6943" providerId="ADAL" clId="{0EF7214D-E59F-4D86-9B6A-2134479533EA}" dt="2026-06-27T16:35:28.343" v="2972" actId="1076"/>
          <ac:spMkLst>
            <pc:docMk/>
            <pc:sldMk cId="2110203462" sldId="265"/>
            <ac:spMk id="23" creationId="{3EEC684C-E9D2-39A4-D188-0C545DA42334}"/>
          </ac:spMkLst>
        </pc:spChg>
        <pc:spChg chg="add mod">
          <ac:chgData name="Germena Stefania" userId="848a3578-c669-42d9-960b-fb42db2e6943" providerId="ADAL" clId="{0EF7214D-E59F-4D86-9B6A-2134479533EA}" dt="2026-06-26T09:44:21.217" v="974" actId="1076"/>
          <ac:spMkLst>
            <pc:docMk/>
            <pc:sldMk cId="2110203462" sldId="265"/>
            <ac:spMk id="24" creationId="{4BE02553-D67E-0807-024E-B741C9AFD976}"/>
          </ac:spMkLst>
        </pc:spChg>
        <pc:spChg chg="add mod">
          <ac:chgData name="Germena Stefania" userId="848a3578-c669-42d9-960b-fb42db2e6943" providerId="ADAL" clId="{0EF7214D-E59F-4D86-9B6A-2134479533EA}" dt="2026-06-28T10:09:50.455" v="3371" actId="20577"/>
          <ac:spMkLst>
            <pc:docMk/>
            <pc:sldMk cId="2110203462" sldId="265"/>
            <ac:spMk id="25" creationId="{A08D6002-1EC2-BAFC-5E8D-4FE8C56AF5A0}"/>
          </ac:spMkLst>
        </pc:spChg>
        <pc:spChg chg="add mod">
          <ac:chgData name="Germena Stefania" userId="848a3578-c669-42d9-960b-fb42db2e6943" providerId="ADAL" clId="{0EF7214D-E59F-4D86-9B6A-2134479533EA}" dt="2026-06-27T16:35:24.633" v="2971" actId="1076"/>
          <ac:spMkLst>
            <pc:docMk/>
            <pc:sldMk cId="2110203462" sldId="265"/>
            <ac:spMk id="26" creationId="{A4B24DA5-6E1F-0D8E-B2BD-26197B9F0607}"/>
          </ac:spMkLst>
        </pc:spChg>
      </pc:sldChg>
      <pc:sldChg chg="addSp delSp modSp add mod ord modTransition addAnim delAnim modAnim">
        <pc:chgData name="Germena Stefania" userId="848a3578-c669-42d9-960b-fb42db2e6943" providerId="ADAL" clId="{0EF7214D-E59F-4D86-9B6A-2134479533EA}" dt="2026-06-28T09:35:26.412" v="3346"/>
        <pc:sldMkLst>
          <pc:docMk/>
          <pc:sldMk cId="788738405" sldId="266"/>
        </pc:sldMkLst>
        <pc:spChg chg="add 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4" creationId="{D0A3D316-946B-C0DD-1827-1A10178CE320}"/>
          </ac:spMkLst>
        </pc:spChg>
        <pc:spChg chg="mod">
          <ac:chgData name="Germena Stefania" userId="848a3578-c669-42d9-960b-fb42db2e6943" providerId="ADAL" clId="{0EF7214D-E59F-4D86-9B6A-2134479533EA}" dt="2026-06-26T09:40:21.748" v="744" actId="403"/>
          <ac:spMkLst>
            <pc:docMk/>
            <pc:sldMk cId="788738405" sldId="266"/>
            <ac:spMk id="5" creationId="{B702DB3E-8F14-1F9E-22BB-272ED01F51B4}"/>
          </ac:spMkLst>
        </pc:spChg>
        <pc:spChg chg="add 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7" creationId="{A8F0BAC3-A2F0-1D4B-988E-FD84DFE43860}"/>
          </ac:spMkLst>
        </pc:spChg>
        <pc:spChg chg="add mod topLvl">
          <ac:chgData name="Germena Stefania" userId="848a3578-c669-42d9-960b-fb42db2e6943" providerId="ADAL" clId="{0EF7214D-E59F-4D86-9B6A-2134479533EA}" dt="2026-06-27T16:34:22.057" v="2969" actId="1076"/>
          <ac:spMkLst>
            <pc:docMk/>
            <pc:sldMk cId="788738405" sldId="266"/>
            <ac:spMk id="8" creationId="{1DDF4B7C-5116-BF0C-E351-80E92B4A24A8}"/>
          </ac:spMkLst>
        </pc:spChg>
        <pc:spChg chg="add mod topLvl">
          <ac:chgData name="Germena Stefania" userId="848a3578-c669-42d9-960b-fb42db2e6943" providerId="ADAL" clId="{0EF7214D-E59F-4D86-9B6A-2134479533EA}" dt="2026-06-27T16:34:17.494" v="2967" actId="1076"/>
          <ac:spMkLst>
            <pc:docMk/>
            <pc:sldMk cId="788738405" sldId="266"/>
            <ac:spMk id="9" creationId="{1144D086-A765-2D56-B488-779A7B79F128}"/>
          </ac:spMkLst>
        </pc:spChg>
        <pc:spChg chg="add mod topLvl">
          <ac:chgData name="Germena Stefania" userId="848a3578-c669-42d9-960b-fb42db2e6943" providerId="ADAL" clId="{0EF7214D-E59F-4D86-9B6A-2134479533EA}" dt="2026-06-27T16:34:20.262" v="2968" actId="1076"/>
          <ac:spMkLst>
            <pc:docMk/>
            <pc:sldMk cId="788738405" sldId="266"/>
            <ac:spMk id="10" creationId="{11F74FD5-67E4-0E76-C168-C86DCEAE37FD}"/>
          </ac:spMkLst>
        </pc:spChg>
        <pc:spChg chg="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12" creationId="{383272F6-EBFC-A88B-76BF-A80ED5C4CD06}"/>
          </ac:spMkLst>
        </pc:spChg>
        <pc:spChg chg="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13" creationId="{8BDB77AC-90D8-3C20-A470-64D2A765E0AF}"/>
          </ac:spMkLst>
        </pc:spChg>
        <pc:spChg chg="mod topLvl">
          <ac:chgData name="Germena Stefania" userId="848a3578-c669-42d9-960b-fb42db2e6943" providerId="ADAL" clId="{0EF7214D-E59F-4D86-9B6A-2134479533EA}" dt="2026-06-26T13:21:04.338" v="2853" actId="165"/>
          <ac:spMkLst>
            <pc:docMk/>
            <pc:sldMk cId="788738405" sldId="266"/>
            <ac:spMk id="15" creationId="{4BBFD26E-D97A-BFC6-E299-305D52E30D5D}"/>
          </ac:spMkLst>
        </pc:spChg>
      </pc:sldChg>
      <pc:sldChg chg="addSp delSp modSp new mod modTransition">
        <pc:chgData name="Germena Stefania" userId="848a3578-c669-42d9-960b-fb42db2e6943" providerId="ADAL" clId="{0EF7214D-E59F-4D86-9B6A-2134479533EA}" dt="2026-06-28T09:34:05.868" v="3325"/>
        <pc:sldMkLst>
          <pc:docMk/>
          <pc:sldMk cId="2047718632" sldId="267"/>
        </pc:sldMkLst>
        <pc:spChg chg="add mod">
          <ac:chgData name="Germena Stefania" userId="848a3578-c669-42d9-960b-fb42db2e6943" providerId="ADAL" clId="{0EF7214D-E59F-4D86-9B6A-2134479533EA}" dt="2026-06-26T09:53:22.644" v="1128" actId="404"/>
          <ac:spMkLst>
            <pc:docMk/>
            <pc:sldMk cId="2047718632" sldId="267"/>
            <ac:spMk id="5" creationId="{ACBEB67C-C528-F329-9FD2-48F7972CD41A}"/>
          </ac:spMkLst>
        </pc:spChg>
        <pc:picChg chg="add mod">
          <ac:chgData name="Germena Stefania" userId="848a3578-c669-42d9-960b-fb42db2e6943" providerId="ADAL" clId="{0EF7214D-E59F-4D86-9B6A-2134479533EA}" dt="2026-06-26T09:54:23.661" v="1154" actId="1076"/>
          <ac:picMkLst>
            <pc:docMk/>
            <pc:sldMk cId="2047718632" sldId="267"/>
            <ac:picMk id="7" creationId="{5E5D5AF1-FC9F-C619-9DC7-EAD5F0FAB069}"/>
          </ac:picMkLst>
        </pc:picChg>
      </pc:sldChg>
      <pc:sldChg chg="addSp delSp modSp new mod modTransition">
        <pc:chgData name="Germena Stefania" userId="848a3578-c669-42d9-960b-fb42db2e6943" providerId="ADAL" clId="{0EF7214D-E59F-4D86-9B6A-2134479533EA}" dt="2026-06-28T09:34:01.355" v="3321"/>
        <pc:sldMkLst>
          <pc:docMk/>
          <pc:sldMk cId="1511217097" sldId="268"/>
        </pc:sldMkLst>
        <pc:spChg chg="add mod">
          <ac:chgData name="Germena Stefania" userId="848a3578-c669-42d9-960b-fb42db2e6943" providerId="ADAL" clId="{0EF7214D-E59F-4D86-9B6A-2134479533EA}" dt="2026-06-26T09:54:47.778" v="1165" actId="20577"/>
          <ac:spMkLst>
            <pc:docMk/>
            <pc:sldMk cId="1511217097" sldId="268"/>
            <ac:spMk id="5" creationId="{8EB3140B-F758-F540-1C7B-9DE4137130FE}"/>
          </ac:spMkLst>
        </pc:spChg>
        <pc:picChg chg="add mod">
          <ac:chgData name="Germena Stefania" userId="848a3578-c669-42d9-960b-fb42db2e6943" providerId="ADAL" clId="{0EF7214D-E59F-4D86-9B6A-2134479533EA}" dt="2026-06-26T09:56:02.250" v="1180" actId="14100"/>
          <ac:picMkLst>
            <pc:docMk/>
            <pc:sldMk cId="1511217097" sldId="268"/>
            <ac:picMk id="7" creationId="{FEC3C031-78D3-E070-75C5-50433BD5D239}"/>
          </ac:picMkLst>
        </pc:picChg>
      </pc:sldChg>
      <pc:sldChg chg="addSp delSp modSp add mod modTransition">
        <pc:chgData name="Germena Stefania" userId="848a3578-c669-42d9-960b-fb42db2e6943" providerId="ADAL" clId="{0EF7214D-E59F-4D86-9B6A-2134479533EA}" dt="2026-06-28T09:33:59.729" v="3319"/>
        <pc:sldMkLst>
          <pc:docMk/>
          <pc:sldMk cId="441148744" sldId="269"/>
        </pc:sldMkLst>
        <pc:picChg chg="add mod">
          <ac:chgData name="Germena Stefania" userId="848a3578-c669-42d9-960b-fb42db2e6943" providerId="ADAL" clId="{0EF7214D-E59F-4D86-9B6A-2134479533EA}" dt="2026-06-26T09:55:55.227" v="1179" actId="14100"/>
          <ac:picMkLst>
            <pc:docMk/>
            <pc:sldMk cId="441148744" sldId="269"/>
            <ac:picMk id="3" creationId="{EDC817B2-E412-4C7E-C53A-00380144BEE9}"/>
          </ac:picMkLst>
        </pc:picChg>
      </pc:sldChg>
      <pc:sldChg chg="addSp delSp modSp new add del mod ord modTransition addAnim delAnim modAnim">
        <pc:chgData name="Germena Stefania" userId="848a3578-c669-42d9-960b-fb42db2e6943" providerId="ADAL" clId="{0EF7214D-E59F-4D86-9B6A-2134479533EA}" dt="2026-06-28T09:35:31.669" v="3348"/>
        <pc:sldMkLst>
          <pc:docMk/>
          <pc:sldMk cId="3900484608" sldId="270"/>
        </pc:sldMkLst>
        <pc:spChg chg="del mod">
          <ac:chgData name="Germena Stefania" userId="848a3578-c669-42d9-960b-fb42db2e6943" providerId="ADAL" clId="{0EF7214D-E59F-4D86-9B6A-2134479533EA}" dt="2026-06-28T07:40:29.401" v="3254" actId="478"/>
          <ac:spMkLst>
            <pc:docMk/>
            <pc:sldMk cId="3900484608" sldId="270"/>
            <ac:spMk id="3" creationId="{49F91204-60F1-168F-4115-CF156827380B}"/>
          </ac:spMkLst>
        </pc:spChg>
        <pc:spChg chg="add mod">
          <ac:chgData name="Germena Stefania" userId="848a3578-c669-42d9-960b-fb42db2e6943" providerId="ADAL" clId="{0EF7214D-E59F-4D86-9B6A-2134479533EA}" dt="2026-06-27T17:43:45.935" v="3055" actId="1076"/>
          <ac:spMkLst>
            <pc:docMk/>
            <pc:sldMk cId="3900484608" sldId="270"/>
            <ac:spMk id="4" creationId="{A96A2E3E-49AE-58F5-6FBB-DB65E89EAE02}"/>
          </ac:spMkLst>
        </pc:spChg>
        <pc:spChg chg="add mod">
          <ac:chgData name="Germena Stefania" userId="848a3578-c669-42d9-960b-fb42db2e6943" providerId="ADAL" clId="{0EF7214D-E59F-4D86-9B6A-2134479533EA}" dt="2026-06-26T10:10:39.697" v="1235" actId="20577"/>
          <ac:spMkLst>
            <pc:docMk/>
            <pc:sldMk cId="3900484608" sldId="270"/>
            <ac:spMk id="5" creationId="{8D10DA55-BA46-CCBC-26C2-20AB0EE49D9F}"/>
          </ac:spMkLst>
        </pc:spChg>
        <pc:spChg chg="add del mod">
          <ac:chgData name="Germena Stefania" userId="848a3578-c669-42d9-960b-fb42db2e6943" providerId="ADAL" clId="{0EF7214D-E59F-4D86-9B6A-2134479533EA}" dt="2026-06-28T07:40:33.111" v="3255" actId="478"/>
          <ac:spMkLst>
            <pc:docMk/>
            <pc:sldMk cId="3900484608" sldId="270"/>
            <ac:spMk id="6" creationId="{2242DF86-4AF0-4342-437B-086A8B4DA37B}"/>
          </ac:spMkLst>
        </pc:spChg>
        <pc:spChg chg="add del mod">
          <ac:chgData name="Germena Stefania" userId="848a3578-c669-42d9-960b-fb42db2e6943" providerId="ADAL" clId="{0EF7214D-E59F-4D86-9B6A-2134479533EA}" dt="2026-06-27T17:45:43.170" v="3070" actId="478"/>
          <ac:spMkLst>
            <pc:docMk/>
            <pc:sldMk cId="3900484608" sldId="270"/>
            <ac:spMk id="6" creationId="{DFC8A3C3-5042-06C2-ED0D-02AD9D7F5389}"/>
          </ac:spMkLst>
        </pc:spChg>
        <pc:spChg chg="add mod">
          <ac:chgData name="Germena Stefania" userId="848a3578-c669-42d9-960b-fb42db2e6943" providerId="ADAL" clId="{0EF7214D-E59F-4D86-9B6A-2134479533EA}" dt="2026-06-27T17:43:48.230" v="3056" actId="1076"/>
          <ac:spMkLst>
            <pc:docMk/>
            <pc:sldMk cId="3900484608" sldId="270"/>
            <ac:spMk id="8" creationId="{E7413D2C-20FC-587F-7770-A9F2E8F8A10A}"/>
          </ac:spMkLst>
        </pc:spChg>
        <pc:spChg chg="add mod">
          <ac:chgData name="Germena Stefania" userId="848a3578-c669-42d9-960b-fb42db2e6943" providerId="ADAL" clId="{0EF7214D-E59F-4D86-9B6A-2134479533EA}" dt="2026-06-28T07:40:51.012" v="3262" actId="1076"/>
          <ac:spMkLst>
            <pc:docMk/>
            <pc:sldMk cId="3900484608" sldId="270"/>
            <ac:spMk id="9" creationId="{95417880-9F2A-45E5-8F18-E5F908B0A20A}"/>
          </ac:spMkLst>
        </pc:spChg>
      </pc:sldChg>
      <pc:sldChg chg="modSp add mod modTransition">
        <pc:chgData name="Germena Stefania" userId="848a3578-c669-42d9-960b-fb42db2e6943" providerId="ADAL" clId="{0EF7214D-E59F-4D86-9B6A-2134479533EA}" dt="2026-06-28T09:33:57.335" v="3317"/>
        <pc:sldMkLst>
          <pc:docMk/>
          <pc:sldMk cId="1759600" sldId="271"/>
        </pc:sldMkLst>
        <pc:spChg chg="mod">
          <ac:chgData name="Germena Stefania" userId="848a3578-c669-42d9-960b-fb42db2e6943" providerId="ADAL" clId="{0EF7214D-E59F-4D86-9B6A-2134479533EA}" dt="2026-06-26T12:19:58.409" v="1606" actId="14100"/>
          <ac:spMkLst>
            <pc:docMk/>
            <pc:sldMk cId="1759600" sldId="271"/>
            <ac:spMk id="9" creationId="{45639B67-4DE2-D469-CFBC-9AED6C2CDC0C}"/>
          </ac:spMkLst>
        </pc:spChg>
      </pc:sldChg>
      <pc:sldChg chg="modSp add mod modTransition addAnim delAnim modAnim">
        <pc:chgData name="Germena Stefania" userId="848a3578-c669-42d9-960b-fb42db2e6943" providerId="ADAL" clId="{0EF7214D-E59F-4D86-9B6A-2134479533EA}" dt="2026-06-28T10:12:01.608" v="3380" actId="20577"/>
        <pc:sldMkLst>
          <pc:docMk/>
          <pc:sldMk cId="314410429" sldId="272"/>
        </pc:sldMkLst>
        <pc:spChg chg="mod">
          <ac:chgData name="Germena Stefania" userId="848a3578-c669-42d9-960b-fb42db2e6943" providerId="ADAL" clId="{0EF7214D-E59F-4D86-9B6A-2134479533EA}" dt="2026-06-26T12:26:22.681" v="1668" actId="20577"/>
          <ac:spMkLst>
            <pc:docMk/>
            <pc:sldMk cId="314410429" sldId="272"/>
            <ac:spMk id="5" creationId="{974AF0E6-4055-4309-0D61-7A0B9C440AF3}"/>
          </ac:spMkLst>
        </pc:spChg>
        <pc:spChg chg="mod">
          <ac:chgData name="Germena Stefania" userId="848a3578-c669-42d9-960b-fb42db2e6943" providerId="ADAL" clId="{0EF7214D-E59F-4D86-9B6A-2134479533EA}" dt="2026-06-27T16:36:08.114" v="2973" actId="1076"/>
          <ac:spMkLst>
            <pc:docMk/>
            <pc:sldMk cId="314410429" sldId="272"/>
            <ac:spMk id="23" creationId="{A7DF20C5-AB82-3E72-BA6D-EAFE7AB21AD0}"/>
          </ac:spMkLst>
        </pc:spChg>
        <pc:spChg chg="mod">
          <ac:chgData name="Germena Stefania" userId="848a3578-c669-42d9-960b-fb42db2e6943" providerId="ADAL" clId="{0EF7214D-E59F-4D86-9B6A-2134479533EA}" dt="2026-06-28T10:12:01.608" v="3380" actId="20577"/>
          <ac:spMkLst>
            <pc:docMk/>
            <pc:sldMk cId="314410429" sldId="272"/>
            <ac:spMk id="25" creationId="{8821BEB0-8CC1-9249-9C3B-2FAC81C07C96}"/>
          </ac:spMkLst>
        </pc:spChg>
        <pc:spChg chg="mod">
          <ac:chgData name="Germena Stefania" userId="848a3578-c669-42d9-960b-fb42db2e6943" providerId="ADAL" clId="{0EF7214D-E59F-4D86-9B6A-2134479533EA}" dt="2026-06-27T16:36:14.568" v="2974" actId="1076"/>
          <ac:spMkLst>
            <pc:docMk/>
            <pc:sldMk cId="314410429" sldId="272"/>
            <ac:spMk id="26" creationId="{A3384F6C-7E5F-442F-4853-5FAAB6F0EF00}"/>
          </ac:spMkLst>
        </pc:spChg>
      </pc:sldChg>
      <pc:sldChg chg="addSp delSp modSp new mod modTransition addAnim delAnim modAnim modNotesTx">
        <pc:chgData name="Germena Stefania" userId="848a3578-c669-42d9-960b-fb42db2e6943" providerId="ADAL" clId="{0EF7214D-E59F-4D86-9B6A-2134479533EA}" dt="2026-06-28T09:33:53.269" v="3314"/>
        <pc:sldMkLst>
          <pc:docMk/>
          <pc:sldMk cId="1703679625" sldId="273"/>
        </pc:sldMkLst>
        <pc:spChg chg="add mod">
          <ac:chgData name="Germena Stefania" userId="848a3578-c669-42d9-960b-fb42db2e6943" providerId="ADAL" clId="{0EF7214D-E59F-4D86-9B6A-2134479533EA}" dt="2026-06-26T12:27:24.494" v="1732" actId="20577"/>
          <ac:spMkLst>
            <pc:docMk/>
            <pc:sldMk cId="1703679625" sldId="273"/>
            <ac:spMk id="5" creationId="{B38C2D5C-933A-E463-8B94-C01ED366788B}"/>
          </ac:spMkLst>
        </pc:spChg>
        <pc:spChg chg="add mod">
          <ac:chgData name="Germena Stefania" userId="848a3578-c669-42d9-960b-fb42db2e6943" providerId="ADAL" clId="{0EF7214D-E59F-4D86-9B6A-2134479533EA}" dt="2026-06-26T12:30:00.758" v="1885" actId="1076"/>
          <ac:spMkLst>
            <pc:docMk/>
            <pc:sldMk cId="1703679625" sldId="273"/>
            <ac:spMk id="7" creationId="{2D0318D7-E00F-0546-B9FC-1D2D93B9257A}"/>
          </ac:spMkLst>
        </pc:spChg>
        <pc:spChg chg="add mod">
          <ac:chgData name="Germena Stefania" userId="848a3578-c669-42d9-960b-fb42db2e6943" providerId="ADAL" clId="{0EF7214D-E59F-4D86-9B6A-2134479533EA}" dt="2026-06-26T12:32:30.560" v="2039" actId="313"/>
          <ac:spMkLst>
            <pc:docMk/>
            <pc:sldMk cId="1703679625" sldId="273"/>
            <ac:spMk id="25" creationId="{71386C68-60F2-F2D2-8BB8-0FC8990CB51B}"/>
          </ac:spMkLst>
        </pc:spChg>
        <pc:spChg chg="add mod">
          <ac:chgData name="Germena Stefania" userId="848a3578-c669-42d9-960b-fb42db2e6943" providerId="ADAL" clId="{0EF7214D-E59F-4D86-9B6A-2134479533EA}" dt="2026-06-26T12:32:27.707" v="2037" actId="313"/>
          <ac:spMkLst>
            <pc:docMk/>
            <pc:sldMk cId="1703679625" sldId="273"/>
            <ac:spMk id="27" creationId="{A3405809-3A5C-1868-4908-933198AD3A6A}"/>
          </ac:spMkLst>
        </pc:spChg>
        <pc:spChg chg="add mod">
          <ac:chgData name="Germena Stefania" userId="848a3578-c669-42d9-960b-fb42db2e6943" providerId="ADAL" clId="{0EF7214D-E59F-4D86-9B6A-2134479533EA}" dt="2026-06-26T12:34:21.217" v="2162" actId="20577"/>
          <ac:spMkLst>
            <pc:docMk/>
            <pc:sldMk cId="1703679625" sldId="273"/>
            <ac:spMk id="29" creationId="{A44A8199-0B46-101C-8B71-DDC5D7E87704}"/>
          </ac:spMkLst>
        </pc:spChg>
        <pc:spChg chg="add mod">
          <ac:chgData name="Germena Stefania" userId="848a3578-c669-42d9-960b-fb42db2e6943" providerId="ADAL" clId="{0EF7214D-E59F-4D86-9B6A-2134479533EA}" dt="2026-06-26T12:30:25.811" v="1896" actId="1076"/>
          <ac:spMkLst>
            <pc:docMk/>
            <pc:sldMk cId="1703679625" sldId="273"/>
            <ac:spMk id="30" creationId="{6D1BDCEF-C3C9-A78D-C6A2-5C0F26C65525}"/>
          </ac:spMkLst>
        </pc:spChg>
        <pc:spChg chg="add mod">
          <ac:chgData name="Germena Stefania" userId="848a3578-c669-42d9-960b-fb42db2e6943" providerId="ADAL" clId="{0EF7214D-E59F-4D86-9B6A-2134479533EA}" dt="2026-06-26T12:30:28.060" v="1897" actId="1076"/>
          <ac:spMkLst>
            <pc:docMk/>
            <pc:sldMk cId="1703679625" sldId="273"/>
            <ac:spMk id="31" creationId="{82B81579-6961-531A-6BF7-53DA4B9A2CE2}"/>
          </ac:spMkLst>
        </pc:spChg>
        <pc:spChg chg="add mod">
          <ac:chgData name="Germena Stefania" userId="848a3578-c669-42d9-960b-fb42db2e6943" providerId="ADAL" clId="{0EF7214D-E59F-4D86-9B6A-2134479533EA}" dt="2026-06-26T12:36:27.983" v="2275" actId="1076"/>
          <ac:spMkLst>
            <pc:docMk/>
            <pc:sldMk cId="1703679625" sldId="273"/>
            <ac:spMk id="32" creationId="{55A6D430-A202-9841-6BA5-90E2C8EBBCF0}"/>
          </ac:spMkLst>
        </pc:spChg>
        <pc:spChg chg="add mod">
          <ac:chgData name="Germena Stefania" userId="848a3578-c669-42d9-960b-fb42db2e6943" providerId="ADAL" clId="{0EF7214D-E59F-4D86-9B6A-2134479533EA}" dt="2026-06-26T12:36:27.983" v="2275" actId="1076"/>
          <ac:spMkLst>
            <pc:docMk/>
            <pc:sldMk cId="1703679625" sldId="273"/>
            <ac:spMk id="33" creationId="{F93159D6-7EF7-6A93-6048-BD564C4C8A04}"/>
          </ac:spMkLst>
        </pc:spChg>
        <pc:spChg chg="add mod">
          <ac:chgData name="Germena Stefania" userId="848a3578-c669-42d9-960b-fb42db2e6943" providerId="ADAL" clId="{0EF7214D-E59F-4D86-9B6A-2134479533EA}" dt="2026-06-26T12:36:31.328" v="2276" actId="122"/>
          <ac:spMkLst>
            <pc:docMk/>
            <pc:sldMk cId="1703679625" sldId="273"/>
            <ac:spMk id="34" creationId="{ABF3F4A7-5124-A48D-7773-2071B19A1E74}"/>
          </ac:spMkLst>
        </pc:spChg>
      </pc:sldChg>
      <pc:sldChg chg="addSp delSp modSp new mod modTransition modAnim">
        <pc:chgData name="Germena Stefania" userId="848a3578-c669-42d9-960b-fb42db2e6943" providerId="ADAL" clId="{0EF7214D-E59F-4D86-9B6A-2134479533EA}" dt="2026-06-28T10:14:52.340" v="3382" actId="20577"/>
        <pc:sldMkLst>
          <pc:docMk/>
          <pc:sldMk cId="575089625" sldId="274"/>
        </pc:sldMkLst>
        <pc:spChg chg="add mod">
          <ac:chgData name="Germena Stefania" userId="848a3578-c669-42d9-960b-fb42db2e6943" providerId="ADAL" clId="{0EF7214D-E59F-4D86-9B6A-2134479533EA}" dt="2026-06-26T12:45:45.102" v="2535" actId="20577"/>
          <ac:spMkLst>
            <pc:docMk/>
            <pc:sldMk cId="575089625" sldId="274"/>
            <ac:spMk id="5" creationId="{2A141594-C01A-3C1D-3636-69DF5CDD133B}"/>
          </ac:spMkLst>
        </pc:spChg>
        <pc:spChg chg="add mod">
          <ac:chgData name="Germena Stefania" userId="848a3578-c669-42d9-960b-fb42db2e6943" providerId="ADAL" clId="{0EF7214D-E59F-4D86-9B6A-2134479533EA}" dt="2026-06-27T21:36:45.929" v="3117" actId="20577"/>
          <ac:spMkLst>
            <pc:docMk/>
            <pc:sldMk cId="575089625" sldId="274"/>
            <ac:spMk id="7" creationId="{7FC4446B-18E2-8F6B-D17F-1175AEDE4ABB}"/>
          </ac:spMkLst>
        </pc:spChg>
        <pc:spChg chg="add mod">
          <ac:chgData name="Germena Stefania" userId="848a3578-c669-42d9-960b-fb42db2e6943" providerId="ADAL" clId="{0EF7214D-E59F-4D86-9B6A-2134479533EA}" dt="2026-06-27T21:36:48.322" v="3119" actId="20577"/>
          <ac:spMkLst>
            <pc:docMk/>
            <pc:sldMk cId="575089625" sldId="274"/>
            <ac:spMk id="8" creationId="{C8D52053-329C-EBBE-E5A3-C745A6F2108E}"/>
          </ac:spMkLst>
        </pc:spChg>
        <pc:spChg chg="add mod">
          <ac:chgData name="Germena Stefania" userId="848a3578-c669-42d9-960b-fb42db2e6943" providerId="ADAL" clId="{0EF7214D-E59F-4D86-9B6A-2134479533EA}" dt="2026-06-28T10:14:52.340" v="3382" actId="20577"/>
          <ac:spMkLst>
            <pc:docMk/>
            <pc:sldMk cId="575089625" sldId="274"/>
            <ac:spMk id="9" creationId="{55CC42EA-4CEA-FED2-13F2-9B450501841E}"/>
          </ac:spMkLst>
        </pc:spChg>
        <pc:spChg chg="add mod">
          <ac:chgData name="Germena Stefania" userId="848a3578-c669-42d9-960b-fb42db2e6943" providerId="ADAL" clId="{0EF7214D-E59F-4D86-9B6A-2134479533EA}" dt="2026-06-26T13:00:12.423" v="2703" actId="1076"/>
          <ac:spMkLst>
            <pc:docMk/>
            <pc:sldMk cId="575089625" sldId="274"/>
            <ac:spMk id="10" creationId="{281E541B-EF75-CED0-8D88-F739035F5A55}"/>
          </ac:spMkLst>
        </pc:spChg>
      </pc:sldChg>
      <pc:sldChg chg="addSp delSp modSp add mod ord modTransition">
        <pc:chgData name="Germena Stefania" userId="848a3578-c669-42d9-960b-fb42db2e6943" providerId="ADAL" clId="{0EF7214D-E59F-4D86-9B6A-2134479533EA}" dt="2026-06-28T09:33:48.944" v="3310"/>
        <pc:sldMkLst>
          <pc:docMk/>
          <pc:sldMk cId="1703480471" sldId="275"/>
        </pc:sldMkLst>
        <pc:spChg chg="mod">
          <ac:chgData name="Germena Stefania" userId="848a3578-c669-42d9-960b-fb42db2e6943" providerId="ADAL" clId="{0EF7214D-E59F-4D86-9B6A-2134479533EA}" dt="2026-06-26T12:41:08.218" v="2481" actId="20577"/>
          <ac:spMkLst>
            <pc:docMk/>
            <pc:sldMk cId="1703480471" sldId="275"/>
            <ac:spMk id="5" creationId="{1AD82D57-730D-6CC5-89BF-3B68B36F9F5D}"/>
          </ac:spMkLst>
        </pc:spChg>
        <pc:picChg chg="add mod">
          <ac:chgData name="Germena Stefania" userId="848a3578-c669-42d9-960b-fb42db2e6943" providerId="ADAL" clId="{0EF7214D-E59F-4D86-9B6A-2134479533EA}" dt="2026-06-26T12:44:44.296" v="2521" actId="1076"/>
          <ac:picMkLst>
            <pc:docMk/>
            <pc:sldMk cId="1703480471" sldId="275"/>
            <ac:picMk id="9" creationId="{522D28C8-BB38-8DF5-985B-DE681E963F2B}"/>
          </ac:picMkLst>
        </pc:picChg>
        <pc:picChg chg="add mod">
          <ac:chgData name="Germena Stefania" userId="848a3578-c669-42d9-960b-fb42db2e6943" providerId="ADAL" clId="{0EF7214D-E59F-4D86-9B6A-2134479533EA}" dt="2026-06-26T12:44:41.727" v="2520" actId="1076"/>
          <ac:picMkLst>
            <pc:docMk/>
            <pc:sldMk cId="1703480471" sldId="275"/>
            <ac:picMk id="11" creationId="{356AC902-2E39-2429-6D51-914C041DCF46}"/>
          </ac:picMkLst>
        </pc:picChg>
      </pc:sldChg>
      <pc:sldChg chg="addSp delSp modSp add mod modTransition delAnim modAnim">
        <pc:chgData name="Germena Stefania" userId="848a3578-c669-42d9-960b-fb42db2e6943" providerId="ADAL" clId="{0EF7214D-E59F-4D86-9B6A-2134479533EA}" dt="2026-06-28T09:33:42.470" v="3307"/>
        <pc:sldMkLst>
          <pc:docMk/>
          <pc:sldMk cId="1649146526" sldId="276"/>
        </pc:sldMkLst>
        <pc:spChg chg="add del mod">
          <ac:chgData name="Germena Stefania" userId="848a3578-c669-42d9-960b-fb42db2e6943" providerId="ADAL" clId="{0EF7214D-E59F-4D86-9B6A-2134479533EA}" dt="2026-06-27T17:43:52.474" v="3057" actId="478"/>
          <ac:spMkLst>
            <pc:docMk/>
            <pc:sldMk cId="1649146526" sldId="276"/>
            <ac:spMk id="3" creationId="{E455AD4F-A4CA-3A81-793B-E5A108007D07}"/>
          </ac:spMkLst>
        </pc:spChg>
        <pc:spChg chg="add mod">
          <ac:chgData name="Germena Stefania" userId="848a3578-c669-42d9-960b-fb42db2e6943" providerId="ADAL" clId="{0EF7214D-E59F-4D86-9B6A-2134479533EA}" dt="2026-06-28T09:30:47.611" v="3285" actId="1076"/>
          <ac:spMkLst>
            <pc:docMk/>
            <pc:sldMk cId="1649146526" sldId="276"/>
            <ac:spMk id="4" creationId="{0684D011-B193-E8AD-CC52-0402F7FC19A9}"/>
          </ac:spMkLst>
        </pc:spChg>
        <pc:spChg chg="mod">
          <ac:chgData name="Germena Stefania" userId="848a3578-c669-42d9-960b-fb42db2e6943" providerId="ADAL" clId="{0EF7214D-E59F-4D86-9B6A-2134479533EA}" dt="2026-06-26T13:00:21.674" v="2715" actId="20577"/>
          <ac:spMkLst>
            <pc:docMk/>
            <pc:sldMk cId="1649146526" sldId="276"/>
            <ac:spMk id="5" creationId="{C4B5B5C8-0D3C-C8F4-10A3-A3C4148A89D2}"/>
          </ac:spMkLst>
        </pc:spChg>
        <pc:spChg chg="add del mod">
          <ac:chgData name="Germena Stefania" userId="848a3578-c669-42d9-960b-fb42db2e6943" providerId="ADAL" clId="{0EF7214D-E59F-4D86-9B6A-2134479533EA}" dt="2026-06-27T17:45:18.870" v="3064" actId="478"/>
          <ac:spMkLst>
            <pc:docMk/>
            <pc:sldMk cId="1649146526" sldId="276"/>
            <ac:spMk id="6" creationId="{69C21D7C-FBAA-C3B3-1D03-A8B335009CE9}"/>
          </ac:spMkLst>
        </pc:spChg>
      </pc:sldChg>
      <pc:sldChg chg="delSp modSp add mod modTransition">
        <pc:chgData name="Germena Stefania" userId="848a3578-c669-42d9-960b-fb42db2e6943" providerId="ADAL" clId="{0EF7214D-E59F-4D86-9B6A-2134479533EA}" dt="2026-06-28T09:32:08.811" v="3298"/>
        <pc:sldMkLst>
          <pc:docMk/>
          <pc:sldMk cId="2126524839" sldId="277"/>
        </pc:sldMkLst>
        <pc:spChg chg="mod">
          <ac:chgData name="Germena Stefania" userId="848a3578-c669-42d9-960b-fb42db2e6943" providerId="ADAL" clId="{0EF7214D-E59F-4D86-9B6A-2134479533EA}" dt="2026-06-27T17:46:24.686" v="3112" actId="1076"/>
          <ac:spMkLst>
            <pc:docMk/>
            <pc:sldMk cId="2126524839" sldId="277"/>
            <ac:spMk id="7" creationId="{182420EB-26F4-D76B-8240-F0F242267FDE}"/>
          </ac:spMkLst>
        </pc:spChg>
        <pc:spChg chg="del">
          <ac:chgData name="Germena Stefania" userId="848a3578-c669-42d9-960b-fb42db2e6943" providerId="ADAL" clId="{0EF7214D-E59F-4D86-9B6A-2134479533EA}" dt="2026-06-27T17:46:19.793" v="3110" actId="478"/>
          <ac:spMkLst>
            <pc:docMk/>
            <pc:sldMk cId="2126524839" sldId="277"/>
            <ac:spMk id="8" creationId="{BA9E465A-6735-FD60-D73E-78473207C6AC}"/>
          </ac:spMkLst>
        </pc:spChg>
      </pc:sldChg>
      <pc:sldMasterChg chg="setBg modSldLayout">
        <pc:chgData name="Germena Stefania" userId="848a3578-c669-42d9-960b-fb42db2e6943" providerId="ADAL" clId="{0EF7214D-E59F-4D86-9B6A-2134479533EA}" dt="2026-06-26T09:47:39.204" v="1061"/>
        <pc:sldMasterMkLst>
          <pc:docMk/>
          <pc:sldMasterMk cId="2728305331" sldId="2147483648"/>
        </pc:sldMasterMkLst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3232133376" sldId="2147483649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2937881331" sldId="2147483650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2264357697" sldId="2147483651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1629672945" sldId="2147483652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4153221073" sldId="2147483653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16874041" sldId="2147483654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2398582929" sldId="2147483655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2088340762" sldId="2147483656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3195592906" sldId="2147483657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1914611278" sldId="2147483658"/>
          </pc:sldLayoutMkLst>
        </pc:sldLayoutChg>
        <pc:sldLayoutChg chg="setBg">
          <pc:chgData name="Germena Stefania" userId="848a3578-c669-42d9-960b-fb42db2e6943" providerId="ADAL" clId="{0EF7214D-E59F-4D86-9B6A-2134479533EA}" dt="2026-06-26T09:47:39.204" v="1061"/>
          <pc:sldLayoutMkLst>
            <pc:docMk/>
            <pc:sldMasterMk cId="2728305331" sldId="2147483648"/>
            <pc:sldLayoutMk cId="3293203540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689886-C6C1-47DF-B6F0-6CA28BFD5936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88E905-4B39-4285-AC49-8524FEB5A25F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215585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scanning procedure ensures the presence of the victim. The victim is verified with a high decibel level, a red thermal reading, and a high visual probability.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8E905-4B39-4285-AC49-8524FEB5A25F}" type="slidenum">
              <a:rPr lang="en-ZA" smtClean="0"/>
              <a:t>9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72696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scanning procedure ensures the presence of the victim. The victim is verified with a high decibel level, a red thermal reading, and a high visual probability.</a:t>
            </a:r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8E905-4B39-4285-AC49-8524FEB5A25F}" type="slidenum">
              <a:rPr lang="en-ZA" smtClean="0"/>
              <a:t>11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941542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mimic the continuous physical dynamics of real-world operations. For example, when a robot commences a specific sensing action to acquire environmental information, the task inherently requires time to complete.</a:t>
            </a:r>
          </a:p>
          <a:p>
            <a:r>
              <a:rPr lang="en-ZA" dirty="0"/>
              <a:t>This allows the planner to evaluate the feasibility of a rescue operation at any exact millisecond."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8E905-4B39-4285-AC49-8524FEB5A25F}" type="slidenum">
              <a:rPr lang="en-ZA" smtClean="0"/>
              <a:t>16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3071757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dirty="0">
                <a:solidFill>
                  <a:schemeClr val="bg1"/>
                </a:solidFill>
              </a:rPr>
              <a:t>The system assumes </a:t>
            </a:r>
            <a:r>
              <a:rPr lang="en-ZA" b="1" dirty="0">
                <a:solidFill>
                  <a:srgbClr val="FFC000"/>
                </a:solidFill>
              </a:rPr>
              <a:t>optimal conditions</a:t>
            </a:r>
            <a:r>
              <a:rPr lang="en-ZA" dirty="0">
                <a:solidFill>
                  <a:schemeClr val="bg1"/>
                </a:solidFill>
              </a:rPr>
              <a:t>, leading to </a:t>
            </a:r>
            <a:r>
              <a:rPr lang="en-ZA" b="1" dirty="0">
                <a:solidFill>
                  <a:srgbClr val="FFC000"/>
                </a:solidFill>
              </a:rPr>
              <a:t>challenges</a:t>
            </a:r>
            <a:r>
              <a:rPr lang="en-ZA" dirty="0">
                <a:solidFill>
                  <a:schemeClr val="bg1"/>
                </a:solidFill>
              </a:rPr>
              <a:t> in handling </a:t>
            </a:r>
            <a:r>
              <a:rPr lang="en-ZA" b="1" dirty="0">
                <a:solidFill>
                  <a:srgbClr val="FFC000"/>
                </a:solidFill>
              </a:rPr>
              <a:t>uncertainties</a:t>
            </a:r>
            <a:r>
              <a:rPr lang="en-ZA" dirty="0">
                <a:solidFill>
                  <a:schemeClr val="bg1"/>
                </a:solidFill>
              </a:rPr>
              <a:t>, like camera detection failures resulting in false negatives.</a:t>
            </a:r>
          </a:p>
          <a:p>
            <a:endParaRPr lang="en-Z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88E905-4B39-4285-AC49-8524FEB5A25F}" type="slidenum">
              <a:rPr lang="en-ZA" smtClean="0"/>
              <a:t>20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2775528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9FF3D-547A-2CB5-387F-38984EC3E9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5CDE2B-1540-417F-A5F0-EDA683DF30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74FA4E-D187-237D-1D17-28E0E373A9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0A8CA-D571-3F28-9DA9-EDB2A7DE86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87841-ED42-9A0F-A2F2-B12042184F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32133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A739CD-8D23-1B44-EAE4-844938E45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BC5943-CEA3-39F1-1607-8C1EFD21B8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C34E41-0499-2818-79AE-DD6DE991F0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6BAB4-26EC-DD2F-C340-8C3B5DFA77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8520F-3468-8DF2-D8C5-3A123E63D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378813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FA9262-9A40-6880-2E46-A0B988BEBB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C7580D-070F-05E7-BE40-AE62C42750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C327E0-0EE9-5007-AEF5-A42D3ED8C3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436E25-FE0C-3C98-83DA-E19F7A2D1B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AD40AF-F8E9-D1CF-A487-76970F424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4357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284E8-5306-6116-2F86-7AFA41B02A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BC67-EA6E-F8E1-F4CC-B31BC690C9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6012A-6C9B-86B4-C068-CC3C36B424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12D137-69B9-27D6-3A2A-FC1893CD52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44C514-7B78-8ECA-0A16-6D6464C2D6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875318-E32B-91E1-AD72-F122CBDAD4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29672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D3835-B6FE-DE94-DF70-77C28D2B85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42425-9B5D-23C5-134A-5B1CBE7E7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424235-D7A3-F429-A0CE-DEF5059DCE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4F53F44-B93F-AAC1-F4D6-60BDAB9CE5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553824-13D4-4E1F-2CD5-BF60B80F5AA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10A9DEA-D32D-DA94-D5FC-886406879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0DE3A93-15C4-CAF7-4DD6-725A12B73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62B18D-CA79-656A-29C2-85652D48B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1532210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6A1BD-FF04-2574-B44D-FC618FED3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D6BC59-B40A-1D28-6EE2-BCAC6A856E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25ED00A-B770-8937-19D2-12D60402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61CE63-577E-EA01-291E-522EE55C2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8740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7DA6AC-9F48-BF8C-21CB-DC11191E7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85A107-2D59-40B8-4853-3E69D28B1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E0FBDD-5EB0-2FF4-DF47-2DC208885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985829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EA68E2-80FD-BE5F-AD25-C3537E0E6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B7D83D-27A6-5124-2C09-31B98CCB4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631CD7-9349-6C73-B97A-4AFD414FAF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AEEB68-D70C-F038-8575-9428F606F9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568C09-60C2-BF29-4222-52F6BADEE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7BD602-2182-6276-230C-C2FBF484E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0883407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7DE361-0E66-43FB-C9D1-30853E0354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2284F7-EF3C-7A0B-7F12-5047BF234FA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922D6E-23A8-22DC-E616-020E0A3198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46C9CC-0220-5382-5AF5-88517F9CF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7E703-94FC-8025-F363-BB1B7EBCA4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6B630E-7F34-E1A5-D5C9-C422F0647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195592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23BF9-F933-FE09-B63C-005CFB901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A7306-2BD3-9AB8-8528-9CF5477164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D6157A-6119-7011-0F05-D5636FBD24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CEA886-A51B-B960-C9B6-57B203276D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2EAED5-0E69-A4FB-D0DB-45789EAF1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146112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5A52AC7-8DBC-1B0E-CD9C-1DEB6BA1BF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8D2BB6C-52D3-1A22-A026-99BABD16D5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339D68-EAA8-D9C3-26A3-0E2E67B686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3BF3A5-A744-27EB-CA0D-A18CDE9EF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E68123-B16C-F2B8-5496-4DE97ACAF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2932035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12D2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0B8CF8D-415E-582C-A747-8DAAD8290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F89CC2-65AB-08EA-40FF-6C04AEDBB9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1E8976-4368-7CB6-C02B-70AE7D1FA5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BCD296-6245-4EA2-A5B5-33069CFA9DD2}" type="datetimeFigureOut">
              <a:rPr lang="en-ZA" smtClean="0"/>
              <a:t>2026/06/28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74DE0E-17C6-02BC-EB41-E7A71564EA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14476-ACA9-3575-B3B7-D151204373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28A6E3-815B-4029-A6BC-AA1765660BEE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28305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253C4FF-3024-45D5-233C-BB6BFD55E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5240"/>
            <a:ext cx="12192000" cy="64055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9B351D8-0466-F8A2-0356-78859C8ED4B2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6FBD43E-3778-AB15-B90B-4B5ACB8886A7}"/>
              </a:ext>
            </a:extLst>
          </p:cNvPr>
          <p:cNvSpPr txBox="1"/>
          <p:nvPr/>
        </p:nvSpPr>
        <p:spPr>
          <a:xfrm>
            <a:off x="162046" y="5205209"/>
            <a:ext cx="949124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b="1" dirty="0">
                <a:solidFill>
                  <a:schemeClr val="bg1"/>
                </a:solidFill>
              </a:rPr>
              <a:t>Search and Rescue– Unknown Victim Location Scenario: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6F6CF61-5C7C-3CC2-A6F3-E91DBA1D860E}"/>
              </a:ext>
            </a:extLst>
          </p:cNvPr>
          <p:cNvSpPr txBox="1"/>
          <p:nvPr/>
        </p:nvSpPr>
        <p:spPr>
          <a:xfrm>
            <a:off x="9977378" y="6412375"/>
            <a:ext cx="221462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By Stefania Germena</a:t>
            </a:r>
            <a:endParaRPr lang="en-ZA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3289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0092AF8-B9D8-18B1-248F-9536CF3BCFF3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Objectives: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79E8DB-44ED-8DBA-5EFF-378754947867}"/>
              </a:ext>
            </a:extLst>
          </p:cNvPr>
          <p:cNvSpPr txBox="1"/>
          <p:nvPr/>
        </p:nvSpPr>
        <p:spPr>
          <a:xfrm>
            <a:off x="1088020" y="1458410"/>
            <a:ext cx="9560689" cy="18312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2000" dirty="0">
                <a:solidFill>
                  <a:schemeClr val="bg1"/>
                </a:solidFill>
              </a:rPr>
              <a:t>Robot: </a:t>
            </a:r>
            <a:r>
              <a:rPr lang="en-ZA" sz="2000" b="1" dirty="0">
                <a:solidFill>
                  <a:srgbClr val="FFC000"/>
                </a:solidFill>
              </a:rPr>
              <a:t>single mobile robot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2000" dirty="0">
                <a:solidFill>
                  <a:schemeClr val="bg1"/>
                </a:solidFill>
              </a:rPr>
              <a:t>Environment: known topology, unknown victim location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2000" dirty="0">
                <a:solidFill>
                  <a:schemeClr val="bg1"/>
                </a:solidFill>
              </a:rPr>
              <a:t>Tasks: </a:t>
            </a:r>
            <a:r>
              <a:rPr lang="en-ZA" sz="2000" b="1" dirty="0">
                <a:solidFill>
                  <a:srgbClr val="FFC000"/>
                </a:solidFill>
              </a:rPr>
              <a:t>exploration, detection, rescue</a:t>
            </a:r>
          </a:p>
          <a:p>
            <a:pPr marL="342900" indent="-342900">
              <a:spcBef>
                <a:spcPts val="600"/>
              </a:spcBef>
              <a:buFont typeface="+mj-lt"/>
              <a:buAutoNum type="arabicPeriod"/>
            </a:pPr>
            <a:r>
              <a:rPr lang="en-ZA" sz="2000" dirty="0">
                <a:solidFill>
                  <a:schemeClr val="bg1"/>
                </a:solidFill>
              </a:rPr>
              <a:t>Constraints: information acquisition</a:t>
            </a:r>
          </a:p>
          <a:p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16E881C-A7B3-D3CE-4815-BC539C6935F4}"/>
              </a:ext>
            </a:extLst>
          </p:cNvPr>
          <p:cNvSpPr txBox="1"/>
          <p:nvPr/>
        </p:nvSpPr>
        <p:spPr>
          <a:xfrm>
            <a:off x="1088019" y="3278842"/>
            <a:ext cx="1013942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>
                <a:solidFill>
                  <a:schemeClr val="bg1"/>
                </a:solidFill>
              </a:rPr>
              <a:t>Q1– </a:t>
            </a:r>
            <a:r>
              <a:rPr lang="en-ZA" sz="2000" b="1" dirty="0">
                <a:solidFill>
                  <a:srgbClr val="FFC000"/>
                </a:solidFill>
              </a:rPr>
              <a:t>Basic PDDL Model</a:t>
            </a:r>
            <a:r>
              <a:rPr lang="en-ZA" sz="2000" dirty="0">
                <a:solidFill>
                  <a:schemeClr val="bg1"/>
                </a:solidFill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Approximate exploration using explicit predicates.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Provide:– one instance with </a:t>
            </a:r>
            <a:r>
              <a:rPr lang="en-ZA" sz="2000" b="1" dirty="0">
                <a:solidFill>
                  <a:srgbClr val="FFC000"/>
                </a:solidFill>
              </a:rPr>
              <a:t>known location</a:t>
            </a:r>
            <a:r>
              <a:rPr lang="en-ZA" sz="2000" dirty="0">
                <a:solidFill>
                  <a:schemeClr val="bg1"/>
                </a:solidFill>
              </a:rPr>
              <a:t>– one requiring </a:t>
            </a:r>
            <a:r>
              <a:rPr lang="en-ZA" sz="2000" b="1" dirty="0">
                <a:solidFill>
                  <a:srgbClr val="FFC000"/>
                </a:solidFill>
              </a:rPr>
              <a:t>exploration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74EB29-3932-0578-958B-FB7A1868092C}"/>
              </a:ext>
            </a:extLst>
          </p:cNvPr>
          <p:cNvSpPr txBox="1"/>
          <p:nvPr/>
        </p:nvSpPr>
        <p:spPr>
          <a:xfrm>
            <a:off x="1026288" y="4483721"/>
            <a:ext cx="1013942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b="1" dirty="0">
                <a:solidFill>
                  <a:schemeClr val="bg1"/>
                </a:solidFill>
              </a:rPr>
              <a:t>Q2– </a:t>
            </a:r>
            <a:r>
              <a:rPr lang="en-ZA" sz="2000" b="1" dirty="0">
                <a:solidFill>
                  <a:srgbClr val="FFC000"/>
                </a:solidFill>
              </a:rPr>
              <a:t>PDDL+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Introduce a process modelling victim </a:t>
            </a:r>
            <a:r>
              <a:rPr lang="en-ZA" sz="2000" b="1" dirty="0">
                <a:solidFill>
                  <a:srgbClr val="FFC000"/>
                </a:solidFill>
              </a:rPr>
              <a:t>health degradation</a:t>
            </a:r>
            <a:r>
              <a:rPr lang="en-ZA" sz="20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Introduce an event representing discovery or failure conditions.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2000" dirty="0">
                <a:solidFill>
                  <a:schemeClr val="bg1"/>
                </a:solidFill>
              </a:rPr>
              <a:t>Show how exploration </a:t>
            </a:r>
            <a:r>
              <a:rPr lang="en-ZA" sz="2000" b="1" dirty="0">
                <a:solidFill>
                  <a:srgbClr val="FFC000"/>
                </a:solidFill>
              </a:rPr>
              <a:t>delays affect </a:t>
            </a:r>
            <a:r>
              <a:rPr lang="en-ZA" sz="2000" dirty="0">
                <a:solidFill>
                  <a:schemeClr val="bg1"/>
                </a:solidFill>
              </a:rPr>
              <a:t>rescue success.</a:t>
            </a:r>
          </a:p>
          <a:p>
            <a:endParaRPr lang="en-ZA" sz="2000" dirty="0"/>
          </a:p>
        </p:txBody>
      </p:sp>
    </p:spTree>
    <p:extLst>
      <p:ext uri="{BB962C8B-B14F-4D97-AF65-F5344CB8AC3E}">
        <p14:creationId xmlns:p14="http://schemas.microsoft.com/office/powerpoint/2010/main" val="2062835970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 build="allAtOnce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D86DA600-B88F-F7AC-D511-B19F155277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74064"/>
            <a:ext cx="12192000" cy="81320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D050E59-C733-B61B-6A83-514DFC55F4FC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46E3DA-B00C-C2E4-890F-7BD2F8F5187D}"/>
              </a:ext>
            </a:extLst>
          </p:cNvPr>
          <p:cNvSpPr txBox="1"/>
          <p:nvPr/>
        </p:nvSpPr>
        <p:spPr>
          <a:xfrm>
            <a:off x="4374670" y="5448546"/>
            <a:ext cx="34426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Design Logic: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6986882"/>
      </p:ext>
    </p:extLst>
  </p:cSld>
  <p:clrMapOvr>
    <a:masterClrMapping/>
  </p:clrMapOvr>
  <p:transition spd="med">
    <p:push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3FC9786-3A85-8940-36AE-F61111004034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Chemical sensing technology: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432F07-51BF-E87A-B678-467084376C87}"/>
              </a:ext>
            </a:extLst>
          </p:cNvPr>
          <p:cNvSpPr txBox="1"/>
          <p:nvPr/>
        </p:nvSpPr>
        <p:spPr>
          <a:xfrm>
            <a:off x="786580" y="2012004"/>
            <a:ext cx="10550013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Chemical sensing technology enables robots to differentiate </a:t>
            </a:r>
            <a:r>
              <a:rPr lang="en-ZA" b="1" dirty="0">
                <a:solidFill>
                  <a:srgbClr val="FFC000"/>
                </a:solidFill>
              </a:rPr>
              <a:t>between living </a:t>
            </a:r>
            <a:r>
              <a:rPr lang="en-ZA" dirty="0">
                <a:solidFill>
                  <a:schemeClr val="bg1"/>
                </a:solidFill>
              </a:rPr>
              <a:t>and </a:t>
            </a:r>
            <a:r>
              <a:rPr lang="en-ZA" b="1" dirty="0">
                <a:solidFill>
                  <a:srgbClr val="FFC000"/>
                </a:solidFill>
              </a:rPr>
              <a:t>deceased victims </a:t>
            </a:r>
            <a:r>
              <a:rPr lang="en-ZA" dirty="0">
                <a:solidFill>
                  <a:schemeClr val="bg1"/>
                </a:solidFill>
              </a:rPr>
              <a:t>using a “fuzzy logic algorithm”.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technology was implemented in a robot called </a:t>
            </a:r>
            <a:r>
              <a:rPr lang="en-ZA" b="1" dirty="0">
                <a:solidFill>
                  <a:srgbClr val="FFC000"/>
                </a:solidFill>
              </a:rPr>
              <a:t>SMURF</a:t>
            </a:r>
            <a:r>
              <a:rPr lang="en-ZA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0B2457-F0F1-BB34-CB68-57CC6A9B9D13}"/>
              </a:ext>
            </a:extLst>
          </p:cNvPr>
          <p:cNvSpPr txBox="1"/>
          <p:nvPr/>
        </p:nvSpPr>
        <p:spPr>
          <a:xfrm>
            <a:off x="786580" y="3275921"/>
            <a:ext cx="10432026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FFC000"/>
                </a:solidFill>
              </a:rPr>
              <a:t>Humans release VOCs </a:t>
            </a:r>
            <a:r>
              <a:rPr lang="en-ZA" dirty="0">
                <a:solidFill>
                  <a:schemeClr val="bg1"/>
                </a:solidFill>
              </a:rPr>
              <a:t>through </a:t>
            </a:r>
            <a:r>
              <a:rPr lang="en-ZA" dirty="0" err="1">
                <a:solidFill>
                  <a:schemeClr val="bg1"/>
                </a:solidFill>
              </a:rPr>
              <a:t>feces</a:t>
            </a:r>
            <a:r>
              <a:rPr lang="en-ZA" dirty="0">
                <a:solidFill>
                  <a:schemeClr val="bg1"/>
                </a:solidFill>
              </a:rPr>
              <a:t>, urine, breath, skin, milk, blood, and saliva.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For </a:t>
            </a:r>
            <a:r>
              <a:rPr lang="en-ZA" b="1" dirty="0">
                <a:solidFill>
                  <a:srgbClr val="FFC000"/>
                </a:solidFill>
              </a:rPr>
              <a:t>deceased individuals, specific VOCs</a:t>
            </a:r>
            <a:r>
              <a:rPr lang="en-ZA" dirty="0">
                <a:solidFill>
                  <a:schemeClr val="bg1"/>
                </a:solidFill>
              </a:rPr>
              <a:t> such as cadaverine, putrescine, skatole, and indole are released.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highest detection accuracy for living or deceased victims occurs when the robot is positioned 2-3 meters away from them.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821027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950BA-C964-8CEB-C823-394DFCDA17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1F4A0B1-BABF-C728-4330-88315BF54E87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Thermal Cameras: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B49FC02-8066-C10D-6B6C-1A6FC0641873}"/>
              </a:ext>
            </a:extLst>
          </p:cNvPr>
          <p:cNvSpPr txBox="1"/>
          <p:nvPr/>
        </p:nvSpPr>
        <p:spPr>
          <a:xfrm>
            <a:off x="820993" y="2751891"/>
            <a:ext cx="1055001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Thermal imaging aids in detecting </a:t>
            </a:r>
            <a:r>
              <a:rPr lang="en-ZA" b="1" dirty="0">
                <a:solidFill>
                  <a:srgbClr val="FFC000"/>
                </a:solidFill>
              </a:rPr>
              <a:t>living instances</a:t>
            </a:r>
            <a:r>
              <a:rPr lang="en-ZA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Thermal cameras are used to </a:t>
            </a:r>
            <a:r>
              <a:rPr lang="en-ZA" dirty="0" err="1">
                <a:solidFill>
                  <a:schemeClr val="bg1"/>
                </a:solidFill>
              </a:rPr>
              <a:t>analyze</a:t>
            </a:r>
            <a:r>
              <a:rPr lang="en-ZA" dirty="0">
                <a:solidFill>
                  <a:schemeClr val="bg1"/>
                </a:solidFill>
              </a:rPr>
              <a:t> scenes </a:t>
            </a:r>
            <a:r>
              <a:rPr lang="en-ZA" b="1" dirty="0">
                <a:solidFill>
                  <a:srgbClr val="FFC000"/>
                </a:solidFill>
              </a:rPr>
              <a:t>and verify victims' vital signs – </a:t>
            </a:r>
            <a:r>
              <a:rPr lang="en-ZA" b="1" dirty="0" err="1">
                <a:solidFill>
                  <a:srgbClr val="FFC000"/>
                </a:solidFill>
              </a:rPr>
              <a:t>fervers</a:t>
            </a:r>
            <a:r>
              <a:rPr lang="en-ZA" b="1" dirty="0">
                <a:solidFill>
                  <a:srgbClr val="FFC000"/>
                </a:solidFill>
              </a:rPr>
              <a:t>, heart rate, and respiratory rate</a:t>
            </a:r>
            <a:r>
              <a:rPr lang="en-ZA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Assists Search and Rescue (</a:t>
            </a:r>
            <a:r>
              <a:rPr lang="en-ZA" b="1" dirty="0">
                <a:solidFill>
                  <a:srgbClr val="FFC000"/>
                </a:solidFill>
              </a:rPr>
              <a:t>SAR)</a:t>
            </a:r>
            <a:r>
              <a:rPr lang="en-ZA" dirty="0">
                <a:solidFill>
                  <a:schemeClr val="bg1"/>
                </a:solidFill>
              </a:rPr>
              <a:t> teams in their approach to situations.</a:t>
            </a:r>
          </a:p>
        </p:txBody>
      </p:sp>
    </p:spTree>
    <p:extLst>
      <p:ext uri="{BB962C8B-B14F-4D97-AF65-F5344CB8AC3E}">
        <p14:creationId xmlns:p14="http://schemas.microsoft.com/office/powerpoint/2010/main" val="409960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2C17EC-5586-EEAA-D957-B3FC142432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707D0ED-43BF-8970-90A6-94447F5E29C8}"/>
              </a:ext>
            </a:extLst>
          </p:cNvPr>
          <p:cNvSpPr txBox="1"/>
          <p:nvPr/>
        </p:nvSpPr>
        <p:spPr>
          <a:xfrm>
            <a:off x="820993" y="1837248"/>
            <a:ext cx="10452449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Application for unmanned aircraft systems (</a:t>
            </a:r>
            <a:r>
              <a:rPr lang="en-ZA" b="1" dirty="0">
                <a:solidFill>
                  <a:srgbClr val="FFC000"/>
                </a:solidFill>
              </a:rPr>
              <a:t>UASs</a:t>
            </a:r>
            <a:r>
              <a:rPr lang="en-ZA" dirty="0">
                <a:solidFill>
                  <a:schemeClr val="bg1"/>
                </a:solidFill>
              </a:rPr>
              <a:t>).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FFC000"/>
                </a:solidFill>
              </a:rPr>
              <a:t>Computer vision </a:t>
            </a:r>
            <a:r>
              <a:rPr lang="en-ZA" dirty="0">
                <a:solidFill>
                  <a:schemeClr val="bg1"/>
                </a:solidFill>
              </a:rPr>
              <a:t>and </a:t>
            </a:r>
            <a:r>
              <a:rPr lang="en-ZA" b="1" dirty="0">
                <a:solidFill>
                  <a:srgbClr val="FFC000"/>
                </a:solidFill>
              </a:rPr>
              <a:t>machine learning techniques </a:t>
            </a:r>
            <a:r>
              <a:rPr lang="en-ZA" dirty="0">
                <a:solidFill>
                  <a:schemeClr val="bg1"/>
                </a:solidFill>
              </a:rPr>
              <a:t>are utilized to assist search-and-rescue (SAR) teams in </a:t>
            </a:r>
            <a:r>
              <a:rPr lang="en-ZA" dirty="0" err="1">
                <a:solidFill>
                  <a:schemeClr val="bg1"/>
                </a:solidFill>
              </a:rPr>
              <a:t>analyzing</a:t>
            </a:r>
            <a:r>
              <a:rPr lang="en-ZA" dirty="0">
                <a:solidFill>
                  <a:schemeClr val="bg1"/>
                </a:solidFill>
              </a:rPr>
              <a:t> photographs for locating victims.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1C02692-AA44-773E-6846-8385396EE2A0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Video Camera 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51B58AE-7533-294B-CBF1-0158FF3FA13A}"/>
              </a:ext>
            </a:extLst>
          </p:cNvPr>
          <p:cNvSpPr txBox="1"/>
          <p:nvPr/>
        </p:nvSpPr>
        <p:spPr>
          <a:xfrm>
            <a:off x="821803" y="3098141"/>
            <a:ext cx="10452448" cy="12772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algorithm is trained on diverse individuals across various ages and clothing types, including camouflage and casual wear.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It helps SAR teams by identifying </a:t>
            </a:r>
            <a:r>
              <a:rPr lang="en-ZA" b="1" dirty="0">
                <a:solidFill>
                  <a:srgbClr val="FFC000"/>
                </a:solidFill>
              </a:rPr>
              <a:t>high-probability target areas </a:t>
            </a:r>
            <a:r>
              <a:rPr lang="en-ZA" dirty="0">
                <a:solidFill>
                  <a:schemeClr val="bg1"/>
                </a:solidFill>
              </a:rPr>
              <a:t>for victim location.</a:t>
            </a:r>
          </a:p>
          <a:p>
            <a:endParaRPr lang="en-ZA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96BDDA5-063D-CC21-FE54-A1F27BA67A11}"/>
              </a:ext>
            </a:extLst>
          </p:cNvPr>
          <p:cNvSpPr txBox="1"/>
          <p:nvPr/>
        </p:nvSpPr>
        <p:spPr>
          <a:xfrm>
            <a:off x="820993" y="4379795"/>
            <a:ext cx="10550013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Ongoing technology advancements aim to enhance real-time regional identification for improved search efficiency.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Within the PDDL and SAR framework, this method enhances the </a:t>
            </a:r>
            <a:r>
              <a:rPr lang="en-ZA" b="1" dirty="0">
                <a:solidFill>
                  <a:srgbClr val="FFC000"/>
                </a:solidFill>
              </a:rPr>
              <a:t>identification of individuals under rubble and supports autonomous detection.</a:t>
            </a:r>
          </a:p>
          <a:p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54720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A6C82-8BF4-108C-30F0-DDC5454D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6464FBB-C34A-68AA-2E48-C8410DD1BE40}"/>
              </a:ext>
            </a:extLst>
          </p:cNvPr>
          <p:cNvSpPr txBox="1"/>
          <p:nvPr/>
        </p:nvSpPr>
        <p:spPr>
          <a:xfrm>
            <a:off x="820991" y="2246490"/>
            <a:ext cx="10550013" cy="10002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</a:t>
            </a:r>
            <a:r>
              <a:rPr lang="en-ZA" b="1" dirty="0">
                <a:solidFill>
                  <a:srgbClr val="FFC000"/>
                </a:solidFill>
              </a:rPr>
              <a:t>sound-based controller</a:t>
            </a:r>
            <a:r>
              <a:rPr lang="en-ZA" dirty="0">
                <a:solidFill>
                  <a:schemeClr val="bg1"/>
                </a:solidFill>
              </a:rPr>
              <a:t> uses two microphones to direct the robot towards sound sources.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This approach focuses on </a:t>
            </a:r>
            <a:r>
              <a:rPr lang="en-ZA" b="1" dirty="0">
                <a:solidFill>
                  <a:srgbClr val="FFC000"/>
                </a:solidFill>
              </a:rPr>
              <a:t>balancing noise levels between </a:t>
            </a:r>
            <a:r>
              <a:rPr lang="en-ZA" dirty="0">
                <a:solidFill>
                  <a:schemeClr val="bg1"/>
                </a:solidFill>
              </a:rPr>
              <a:t>the microphones to determine sound direction, unlike traditional localization.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F835AEB-C84D-FC4A-CE6C-12B271F0544C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Two Microphones: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B4A260F-8EBF-35D6-34DD-3DB3F0889DE7}"/>
              </a:ext>
            </a:extLst>
          </p:cNvPr>
          <p:cNvSpPr txBox="1"/>
          <p:nvPr/>
        </p:nvSpPr>
        <p:spPr>
          <a:xfrm>
            <a:off x="820991" y="3429000"/>
            <a:ext cx="10550013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Synchronization of time differences in sound arrival at the microphones facilitates noise balance.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method </a:t>
            </a:r>
            <a:r>
              <a:rPr lang="en-ZA" b="1" dirty="0">
                <a:solidFill>
                  <a:srgbClr val="FFC000"/>
                </a:solidFill>
              </a:rPr>
              <a:t>minimizes</a:t>
            </a:r>
            <a:r>
              <a:rPr lang="en-ZA" dirty="0">
                <a:solidFill>
                  <a:schemeClr val="bg1"/>
                </a:solidFill>
              </a:rPr>
              <a:t> the impact </a:t>
            </a:r>
            <a:r>
              <a:rPr lang="en-ZA" b="1" dirty="0">
                <a:solidFill>
                  <a:srgbClr val="FFC000"/>
                </a:solidFill>
              </a:rPr>
              <a:t>of echo interference </a:t>
            </a:r>
            <a:r>
              <a:rPr lang="en-ZA" dirty="0">
                <a:solidFill>
                  <a:schemeClr val="bg1"/>
                </a:solidFill>
              </a:rPr>
              <a:t>on the robot's heading direction.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In the context of PDDL and SAR teams dealing with debris, this technology </a:t>
            </a:r>
            <a:r>
              <a:rPr lang="en-ZA" b="1" dirty="0">
                <a:solidFill>
                  <a:srgbClr val="FFC000"/>
                </a:solidFill>
              </a:rPr>
              <a:t>improves the robot's autonomous orientation capabilities.</a:t>
            </a:r>
          </a:p>
        </p:txBody>
      </p:sp>
    </p:spTree>
    <p:extLst>
      <p:ext uri="{BB962C8B-B14F-4D97-AF65-F5344CB8AC3E}">
        <p14:creationId xmlns:p14="http://schemas.microsoft.com/office/powerpoint/2010/main" val="23660688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834C8ED-13DE-467E-CCB6-862FB82E94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9913"/>
            <a:ext cx="12192000" cy="812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EB13489A-0EE4-8421-6BC6-C2EA8038CF3E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FF09A2D-51F9-D94C-6AB5-F5F092BF8DCD}"/>
              </a:ext>
            </a:extLst>
          </p:cNvPr>
          <p:cNvSpPr txBox="1"/>
          <p:nvPr/>
        </p:nvSpPr>
        <p:spPr>
          <a:xfrm>
            <a:off x="5136275" y="5569401"/>
            <a:ext cx="19194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PDDL: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3402913"/>
      </p:ext>
    </p:extLst>
  </p:cSld>
  <p:clrMapOvr>
    <a:masterClrMapping/>
  </p:clrMapOvr>
  <p:transition spd="med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79459-7877-4DB5-398C-9251BD8F4D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02DB3E-8F14-1F9E-22BB-272ED01F51B4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1: </a:t>
            </a:r>
            <a:r>
              <a:rPr lang="en-US" sz="2800" b="1" dirty="0">
                <a:solidFill>
                  <a:schemeClr val="bg1"/>
                </a:solidFill>
              </a:rPr>
              <a:t>Know location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383272F6-EBFC-A88B-76BF-A80ED5C4CD06}"/>
              </a:ext>
            </a:extLst>
          </p:cNvPr>
          <p:cNvSpPr/>
          <p:nvPr/>
        </p:nvSpPr>
        <p:spPr>
          <a:xfrm>
            <a:off x="3208406" y="2995050"/>
            <a:ext cx="1615054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8BDB77AC-90D8-3C20-A470-64D2A765E0AF}"/>
              </a:ext>
            </a:extLst>
          </p:cNvPr>
          <p:cNvSpPr/>
          <p:nvPr/>
        </p:nvSpPr>
        <p:spPr>
          <a:xfrm>
            <a:off x="663326" y="2809277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Move</a:t>
            </a:r>
            <a:endParaRPr lang="en-ZA" sz="3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4BBFD26E-D97A-BFC6-E299-305D52E30D5D}"/>
              </a:ext>
            </a:extLst>
          </p:cNvPr>
          <p:cNvSpPr/>
          <p:nvPr/>
        </p:nvSpPr>
        <p:spPr>
          <a:xfrm>
            <a:off x="8983594" y="2809277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Rescue</a:t>
            </a:r>
            <a:endParaRPr lang="en-ZA" sz="3200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0A3D316-946B-C0DD-1827-1A10178CE320}"/>
              </a:ext>
            </a:extLst>
          </p:cNvPr>
          <p:cNvSpPr/>
          <p:nvPr/>
        </p:nvSpPr>
        <p:spPr>
          <a:xfrm>
            <a:off x="4823460" y="2809277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Scan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A8F0BAC3-A2F0-1D4B-988E-FD84DFE43860}"/>
              </a:ext>
            </a:extLst>
          </p:cNvPr>
          <p:cNvSpPr/>
          <p:nvPr/>
        </p:nvSpPr>
        <p:spPr>
          <a:xfrm>
            <a:off x="7368540" y="3032769"/>
            <a:ext cx="1615054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DDF4B7C-5116-BF0C-E351-80E92B4A24A8}"/>
              </a:ext>
            </a:extLst>
          </p:cNvPr>
          <p:cNvSpPr txBox="1"/>
          <p:nvPr/>
        </p:nvSpPr>
        <p:spPr>
          <a:xfrm>
            <a:off x="663326" y="4053781"/>
            <a:ext cx="254507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Moving between rooms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144D086-A765-2D56-B488-779A7B79F128}"/>
              </a:ext>
            </a:extLst>
          </p:cNvPr>
          <p:cNvSpPr txBox="1"/>
          <p:nvPr/>
        </p:nvSpPr>
        <p:spPr>
          <a:xfrm>
            <a:off x="5095899" y="4053781"/>
            <a:ext cx="2000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Detect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74FD5-67E4-0E76-C168-C86DCEAE37FD}"/>
              </a:ext>
            </a:extLst>
          </p:cNvPr>
          <p:cNvSpPr txBox="1"/>
          <p:nvPr/>
        </p:nvSpPr>
        <p:spPr>
          <a:xfrm>
            <a:off x="9256033" y="4053781"/>
            <a:ext cx="20002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Oxygen Supply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738405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  <p:bldP spid="4" grpId="0" animBg="1"/>
      <p:bldP spid="7" grpId="0" animBg="1"/>
      <p:bldP spid="8" grpId="0"/>
      <p:bldP spid="9" grpId="0"/>
      <p:bldP spid="1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BEB67C-C528-F329-9FD2-48F7972CD41A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1: </a:t>
            </a:r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5D5AF1-FC9F-C619-9DC7-EAD5F0FAB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1706"/>
            <a:ext cx="12192000" cy="2855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718632"/>
      </p:ext>
    </p:extLst>
  </p:cSld>
  <p:clrMapOvr>
    <a:masterClrMapping/>
  </p:clrMapOvr>
  <p:transition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5212A5C-932C-9369-22E0-F8BEF26AA4A6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2: </a:t>
            </a:r>
            <a:r>
              <a:rPr lang="en-US" sz="2800" b="1" dirty="0">
                <a:solidFill>
                  <a:schemeClr val="bg1"/>
                </a:solidFill>
              </a:rPr>
              <a:t>Requires exploration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5E1F4D1F-1C6B-774E-B569-3DEBCD6F0858}"/>
              </a:ext>
            </a:extLst>
          </p:cNvPr>
          <p:cNvSpPr/>
          <p:nvPr/>
        </p:nvSpPr>
        <p:spPr>
          <a:xfrm>
            <a:off x="717630" y="2158293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Scan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7B9C0700-8604-83F1-EC9C-59E7F9B32A89}"/>
              </a:ext>
            </a:extLst>
          </p:cNvPr>
          <p:cNvSpPr/>
          <p:nvPr/>
        </p:nvSpPr>
        <p:spPr>
          <a:xfrm>
            <a:off x="3262710" y="2303362"/>
            <a:ext cx="1448186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20408F3-101A-EAD6-4C10-7F4A963E2B6B}"/>
              </a:ext>
            </a:extLst>
          </p:cNvPr>
          <p:cNvSpPr/>
          <p:nvPr/>
        </p:nvSpPr>
        <p:spPr>
          <a:xfrm>
            <a:off x="8846239" y="4420086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Move</a:t>
            </a:r>
            <a:endParaRPr lang="en-ZA" sz="3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7EFBA120-55D9-6436-6B3A-840C98DB16D4}"/>
              </a:ext>
            </a:extLst>
          </p:cNvPr>
          <p:cNvSpPr/>
          <p:nvPr/>
        </p:nvSpPr>
        <p:spPr>
          <a:xfrm>
            <a:off x="4735974" y="2158293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Locate</a:t>
            </a:r>
            <a:endParaRPr lang="en-ZA" sz="320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1F129E43-BD34-3A59-6E93-F6908418C51F}"/>
              </a:ext>
            </a:extLst>
          </p:cNvPr>
          <p:cNvSpPr/>
          <p:nvPr/>
        </p:nvSpPr>
        <p:spPr>
          <a:xfrm>
            <a:off x="7306132" y="2329405"/>
            <a:ext cx="1457010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AE225B99-745B-121C-2B24-F8211C93669F}"/>
              </a:ext>
            </a:extLst>
          </p:cNvPr>
          <p:cNvSpPr/>
          <p:nvPr/>
        </p:nvSpPr>
        <p:spPr>
          <a:xfrm>
            <a:off x="8754318" y="2163695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Check Vitals</a:t>
            </a:r>
            <a:endParaRPr lang="en-ZA" sz="3200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29A691AC-589A-41D7-76C8-E731F3CAD742}"/>
              </a:ext>
            </a:extLst>
          </p:cNvPr>
          <p:cNvSpPr/>
          <p:nvPr/>
        </p:nvSpPr>
        <p:spPr>
          <a:xfrm rot="5400000">
            <a:off x="9399361" y="3474963"/>
            <a:ext cx="1438835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5B5EC3-2742-BC9F-F8DA-6E249018DB99}"/>
              </a:ext>
            </a:extLst>
          </p:cNvPr>
          <p:cNvSpPr/>
          <p:nvPr/>
        </p:nvSpPr>
        <p:spPr>
          <a:xfrm>
            <a:off x="4761052" y="4420086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Rescue</a:t>
            </a:r>
            <a:endParaRPr lang="en-ZA" sz="32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B83CA8E9-701E-6CC8-76CC-F77368875829}"/>
              </a:ext>
            </a:extLst>
          </p:cNvPr>
          <p:cNvSpPr/>
          <p:nvPr/>
        </p:nvSpPr>
        <p:spPr>
          <a:xfrm flipH="1">
            <a:off x="7306130" y="4605859"/>
            <a:ext cx="1540108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2932FE4-CF77-2423-5355-94EE354121C1}"/>
              </a:ext>
            </a:extLst>
          </p:cNvPr>
          <p:cNvSpPr txBox="1"/>
          <p:nvPr/>
        </p:nvSpPr>
        <p:spPr>
          <a:xfrm>
            <a:off x="717630" y="3213947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Scanning every room before moving onto the next room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EEC684C-E9D2-39A4-D188-0C545DA42334}"/>
              </a:ext>
            </a:extLst>
          </p:cNvPr>
          <p:cNvSpPr txBox="1"/>
          <p:nvPr/>
        </p:nvSpPr>
        <p:spPr>
          <a:xfrm>
            <a:off x="4813138" y="3218138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Certain checks are met which indicate a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BE02553-D67E-0807-024E-B741C9AFD976}"/>
              </a:ext>
            </a:extLst>
          </p:cNvPr>
          <p:cNvSpPr txBox="1"/>
          <p:nvPr/>
        </p:nvSpPr>
        <p:spPr>
          <a:xfrm>
            <a:off x="8898324" y="1340736"/>
            <a:ext cx="24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Verifies is alive or deceased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08D6002-1EC2-BAFC-5E8D-4FE8C56AF5A0}"/>
              </a:ext>
            </a:extLst>
          </p:cNvPr>
          <p:cNvSpPr txBox="1"/>
          <p:nvPr/>
        </p:nvSpPr>
        <p:spPr>
          <a:xfrm>
            <a:off x="8950412" y="5419674"/>
            <a:ext cx="24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Navigates between the rooms 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4B24DA5-6E1F-0D8E-B2BD-26197B9F0607}"/>
              </a:ext>
            </a:extLst>
          </p:cNvPr>
          <p:cNvSpPr txBox="1"/>
          <p:nvPr/>
        </p:nvSpPr>
        <p:spPr>
          <a:xfrm>
            <a:off x="4813138" y="5419674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Sends signal of path taken to SAR teams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0203462"/>
      </p:ext>
    </p:extLst>
  </p:cSld>
  <p:clrMapOvr>
    <a:masterClrMapping/>
  </p:clrMapOvr>
  <p:transition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EB3140B-F758-F540-1C7B-9DE4137130FE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2: </a:t>
            </a:r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EC3C031-78D3-E070-75C5-50433BD5D2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423687"/>
            <a:ext cx="12415789" cy="5434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17097"/>
      </p:ext>
    </p:extLst>
  </p:cSld>
  <p:clrMapOvr>
    <a:masterClrMapping/>
  </p:clrMapOvr>
  <p:transition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EF51F2-D5B3-391C-AD81-F4EEC75F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B3B73B5-10BB-01F6-E17C-023B11D67002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Instance 2: </a:t>
            </a:r>
            <a:r>
              <a:rPr lang="en-US" sz="2800" b="1" dirty="0">
                <a:solidFill>
                  <a:schemeClr val="bg1"/>
                </a:solidFill>
              </a:rPr>
              <a:t>Results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C817B2-E412-4C7E-C53A-00380144B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46411"/>
            <a:ext cx="12192000" cy="5511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148744"/>
      </p:ext>
    </p:extLst>
  </p:cSld>
  <p:clrMapOvr>
    <a:masterClrMapping/>
  </p:clrMapOvr>
  <p:transition>
    <p:wip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76D7BC-256F-8966-8167-9F5D6023C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870071E-9474-3530-0676-0D590C2AFB0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9913"/>
            <a:ext cx="12192000" cy="812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120B964-4ED1-A1BA-71BD-946B7A8D9E41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639B67-4DE2-D469-CFBC-9AED6C2CDC0C}"/>
              </a:ext>
            </a:extLst>
          </p:cNvPr>
          <p:cNvSpPr txBox="1"/>
          <p:nvPr/>
        </p:nvSpPr>
        <p:spPr>
          <a:xfrm>
            <a:off x="5136274" y="5569401"/>
            <a:ext cx="228309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PDDL +:</a:t>
            </a:r>
            <a:endParaRPr lang="en-ZA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600"/>
      </p:ext>
    </p:extLst>
  </p:cSld>
  <p:clrMapOvr>
    <a:masterClrMapping/>
  </p:clrMapOvr>
  <p:transition spd="med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73289-8717-5B3B-FBA3-5D07E27236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4AF0E6-4055-4309-0D61-7A0B9C440AF3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PDDL + Design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37EA750-FA8E-B7E9-884B-EE60E27EEA8E}"/>
              </a:ext>
            </a:extLst>
          </p:cNvPr>
          <p:cNvSpPr/>
          <p:nvPr/>
        </p:nvSpPr>
        <p:spPr>
          <a:xfrm>
            <a:off x="717630" y="2158293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>
                <a:solidFill>
                  <a:schemeClr val="bg1"/>
                </a:solidFill>
              </a:rPr>
              <a:t>Scan</a:t>
            </a:r>
            <a:endParaRPr lang="en-ZA" sz="3200" dirty="0">
              <a:solidFill>
                <a:schemeClr val="bg1"/>
              </a:solidFill>
            </a:endParaRP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05DB47EC-6DA1-4AE6-5148-6713927DAE5B}"/>
              </a:ext>
            </a:extLst>
          </p:cNvPr>
          <p:cNvSpPr/>
          <p:nvPr/>
        </p:nvSpPr>
        <p:spPr>
          <a:xfrm>
            <a:off x="3262710" y="2303362"/>
            <a:ext cx="1448186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FDD3D0-ACDA-CA90-E9C1-1B462316F28A}"/>
              </a:ext>
            </a:extLst>
          </p:cNvPr>
          <p:cNvSpPr/>
          <p:nvPr/>
        </p:nvSpPr>
        <p:spPr>
          <a:xfrm>
            <a:off x="8846239" y="4420086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Move</a:t>
            </a:r>
            <a:endParaRPr lang="en-ZA" sz="3200" dirty="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883BE32B-5FB1-0AE2-B2C7-621B46F04A6F}"/>
              </a:ext>
            </a:extLst>
          </p:cNvPr>
          <p:cNvSpPr/>
          <p:nvPr/>
        </p:nvSpPr>
        <p:spPr>
          <a:xfrm>
            <a:off x="4735974" y="2158293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Locate</a:t>
            </a:r>
            <a:endParaRPr lang="en-ZA" sz="3200" dirty="0"/>
          </a:p>
        </p:txBody>
      </p:sp>
      <p:sp>
        <p:nvSpPr>
          <p:cNvPr id="17" name="Arrow: Right 16">
            <a:extLst>
              <a:ext uri="{FF2B5EF4-FFF2-40B4-BE49-F238E27FC236}">
                <a16:creationId xmlns:a16="http://schemas.microsoft.com/office/drawing/2014/main" id="{6E5976BE-7AC4-F0CB-53FF-C3C52B215DD5}"/>
              </a:ext>
            </a:extLst>
          </p:cNvPr>
          <p:cNvSpPr/>
          <p:nvPr/>
        </p:nvSpPr>
        <p:spPr>
          <a:xfrm>
            <a:off x="7306132" y="2329405"/>
            <a:ext cx="1457010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2D3E042-2F52-D692-B71C-9F3BDA099180}"/>
              </a:ext>
            </a:extLst>
          </p:cNvPr>
          <p:cNvSpPr/>
          <p:nvPr/>
        </p:nvSpPr>
        <p:spPr>
          <a:xfrm>
            <a:off x="8754318" y="2163695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Check Vitals</a:t>
            </a:r>
            <a:endParaRPr lang="en-ZA" sz="3200" dirty="0"/>
          </a:p>
        </p:txBody>
      </p:sp>
      <p:sp>
        <p:nvSpPr>
          <p:cNvPr id="19" name="Arrow: Right 18">
            <a:extLst>
              <a:ext uri="{FF2B5EF4-FFF2-40B4-BE49-F238E27FC236}">
                <a16:creationId xmlns:a16="http://schemas.microsoft.com/office/drawing/2014/main" id="{54CB476A-BC43-8A12-A32C-0FC0CC15D2E0}"/>
              </a:ext>
            </a:extLst>
          </p:cNvPr>
          <p:cNvSpPr/>
          <p:nvPr/>
        </p:nvSpPr>
        <p:spPr>
          <a:xfrm rot="5400000">
            <a:off x="9399361" y="3474963"/>
            <a:ext cx="1438835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7ACACBA-5336-68DC-5F8C-D1033F2CF5D9}"/>
              </a:ext>
            </a:extLst>
          </p:cNvPr>
          <p:cNvSpPr/>
          <p:nvPr/>
        </p:nvSpPr>
        <p:spPr>
          <a:xfrm>
            <a:off x="4761052" y="4420086"/>
            <a:ext cx="2545080" cy="82296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Rescue</a:t>
            </a:r>
            <a:endParaRPr lang="en-ZA" sz="3200" dirty="0"/>
          </a:p>
        </p:txBody>
      </p:sp>
      <p:sp>
        <p:nvSpPr>
          <p:cNvPr id="21" name="Arrow: Right 20">
            <a:extLst>
              <a:ext uri="{FF2B5EF4-FFF2-40B4-BE49-F238E27FC236}">
                <a16:creationId xmlns:a16="http://schemas.microsoft.com/office/drawing/2014/main" id="{03563D3A-B33C-DF9B-22F2-88A5A8083A1F}"/>
              </a:ext>
            </a:extLst>
          </p:cNvPr>
          <p:cNvSpPr/>
          <p:nvPr/>
        </p:nvSpPr>
        <p:spPr>
          <a:xfrm flipH="1">
            <a:off x="7306130" y="4605859"/>
            <a:ext cx="1540108" cy="451413"/>
          </a:xfrm>
          <a:prstGeom prst="rightArrow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064A89D-E6CD-341A-D732-56B632C9FC9D}"/>
              </a:ext>
            </a:extLst>
          </p:cNvPr>
          <p:cNvSpPr txBox="1"/>
          <p:nvPr/>
        </p:nvSpPr>
        <p:spPr>
          <a:xfrm>
            <a:off x="717630" y="3213947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Scanning every room before moving onto the next room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7DF20C5-AB82-3E72-BA6D-EAFE7AB21AD0}"/>
              </a:ext>
            </a:extLst>
          </p:cNvPr>
          <p:cNvSpPr txBox="1"/>
          <p:nvPr/>
        </p:nvSpPr>
        <p:spPr>
          <a:xfrm>
            <a:off x="4813137" y="3213947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Certain checks are met which indicate a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DE6B008-3F67-287E-170C-3EE34176A1B3}"/>
              </a:ext>
            </a:extLst>
          </p:cNvPr>
          <p:cNvSpPr txBox="1"/>
          <p:nvPr/>
        </p:nvSpPr>
        <p:spPr>
          <a:xfrm>
            <a:off x="8898324" y="1340736"/>
            <a:ext cx="24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Verifies is alive or deceased victim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21BEB0-8CC1-9249-9C3B-2FAC81C07C96}"/>
              </a:ext>
            </a:extLst>
          </p:cNvPr>
          <p:cNvSpPr txBox="1"/>
          <p:nvPr/>
        </p:nvSpPr>
        <p:spPr>
          <a:xfrm>
            <a:off x="8898323" y="5419674"/>
            <a:ext cx="24409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Navigates between rooms 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3384F6C-7E5F-442F-4853-5FAAB6F0EF00}"/>
              </a:ext>
            </a:extLst>
          </p:cNvPr>
          <p:cNvSpPr txBox="1"/>
          <p:nvPr/>
        </p:nvSpPr>
        <p:spPr>
          <a:xfrm>
            <a:off x="4813137" y="5419674"/>
            <a:ext cx="244090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Sends signal of path taken to SAR teams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410429"/>
      </p:ext>
    </p:extLst>
  </p:cSld>
  <p:clrMapOvr>
    <a:masterClrMapping/>
  </p:clrMapOvr>
  <p:transition spd="med">
    <p:pu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2" grpId="0" animBg="1"/>
      <p:bldP spid="13" grpId="0" animBg="1"/>
      <p:bldP spid="15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/>
      <p:bldP spid="23" grpId="0"/>
      <p:bldP spid="24" grpId="0"/>
      <p:bldP spid="25" grpId="0"/>
      <p:bldP spid="2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38C2D5C-933A-E463-8B94-C01ED366788B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Processes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2D0318D7-E00F-0546-B9FC-1D2D93B9257A}"/>
              </a:ext>
            </a:extLst>
          </p:cNvPr>
          <p:cNvSpPr/>
          <p:nvPr/>
        </p:nvSpPr>
        <p:spPr>
          <a:xfrm>
            <a:off x="911892" y="1648018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Victim’s Health prior to them being located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1386C68-60F2-F2D2-8BB8-0FC8990CB51B}"/>
              </a:ext>
            </a:extLst>
          </p:cNvPr>
          <p:cNvSpPr txBox="1"/>
          <p:nvPr/>
        </p:nvSpPr>
        <p:spPr>
          <a:xfrm>
            <a:off x="911892" y="2817292"/>
            <a:ext cx="2774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Depletion of victim’s health before their vitals are analyzed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3405809-3A5C-1868-4908-933198AD3A6A}"/>
              </a:ext>
            </a:extLst>
          </p:cNvPr>
          <p:cNvSpPr txBox="1"/>
          <p:nvPr/>
        </p:nvSpPr>
        <p:spPr>
          <a:xfrm>
            <a:off x="4835660" y="2817292"/>
            <a:ext cx="27740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Depletion of victim’s health but at a slower rate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44A8199-0B46-101C-8B71-DDC5D7E87704}"/>
              </a:ext>
            </a:extLst>
          </p:cNvPr>
          <p:cNvSpPr txBox="1"/>
          <p:nvPr/>
        </p:nvSpPr>
        <p:spPr>
          <a:xfrm>
            <a:off x="8759428" y="2817292"/>
            <a:ext cx="24409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Depletion of rescue time as a time limit may be set by SAR to ensure safety.</a:t>
            </a:r>
            <a:endParaRPr lang="en-ZA" dirty="0">
              <a:solidFill>
                <a:schemeClr val="bg1"/>
              </a:solidFill>
            </a:endParaRP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D1BDCEF-C3C9-A78D-C6A2-5C0F26C65525}"/>
              </a:ext>
            </a:extLst>
          </p:cNvPr>
          <p:cNvSpPr/>
          <p:nvPr/>
        </p:nvSpPr>
        <p:spPr>
          <a:xfrm>
            <a:off x="4835660" y="1648018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Victim’s Health after vitals were taken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2B81579-6961-531A-6BF7-53DA4B9A2CE2}"/>
              </a:ext>
            </a:extLst>
          </p:cNvPr>
          <p:cNvSpPr/>
          <p:nvPr/>
        </p:nvSpPr>
        <p:spPr>
          <a:xfrm>
            <a:off x="8759428" y="1641682"/>
            <a:ext cx="2774066" cy="929666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Rescue Time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55A6D430-A202-9841-6BA5-90E2C8EBBCF0}"/>
              </a:ext>
            </a:extLst>
          </p:cNvPr>
          <p:cNvSpPr/>
          <p:nvPr/>
        </p:nvSpPr>
        <p:spPr>
          <a:xfrm>
            <a:off x="2534215" y="4365524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Scan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F93159D6-7EF7-6A93-6048-BD564C4C8A04}"/>
              </a:ext>
            </a:extLst>
          </p:cNvPr>
          <p:cNvSpPr/>
          <p:nvPr/>
        </p:nvSpPr>
        <p:spPr>
          <a:xfrm>
            <a:off x="6457983" y="4365524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Move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F3F4A7-5124-A48D-7773-2071B19A1E74}"/>
              </a:ext>
            </a:extLst>
          </p:cNvPr>
          <p:cNvSpPr txBox="1"/>
          <p:nvPr/>
        </p:nvSpPr>
        <p:spPr>
          <a:xfrm>
            <a:off x="2534215" y="5593465"/>
            <a:ext cx="6697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bg1"/>
                </a:solidFill>
              </a:rPr>
              <a:t>To illustrate the time taken to complete the action and how it deplete the battery</a:t>
            </a:r>
            <a:endParaRPr lang="en-ZA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36796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25" grpId="0"/>
      <p:bldP spid="27" grpId="0"/>
      <p:bldP spid="29" grpId="0"/>
      <p:bldP spid="30" grpId="0" animBg="1"/>
      <p:bldP spid="31" grpId="0" animBg="1"/>
      <p:bldP spid="32" grpId="0" animBg="1"/>
      <p:bldP spid="33" grpId="0" animBg="1"/>
      <p:bldP spid="34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CC83380-F04F-6B08-31CF-9E101B4A465C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Events: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97ACC8-6960-9D3F-CD68-53203A07DFBD}"/>
              </a:ext>
            </a:extLst>
          </p:cNvPr>
          <p:cNvSpPr/>
          <p:nvPr/>
        </p:nvSpPr>
        <p:spPr>
          <a:xfrm>
            <a:off x="2549405" y="1846888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Victims Health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239B72F-D513-01CC-5493-45B58D8E7E0D}"/>
              </a:ext>
            </a:extLst>
          </p:cNvPr>
          <p:cNvSpPr/>
          <p:nvPr/>
        </p:nvSpPr>
        <p:spPr>
          <a:xfrm>
            <a:off x="7408944" y="1846888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Time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492F65DA-3267-90A4-9B49-56F16A3626B6}"/>
              </a:ext>
            </a:extLst>
          </p:cNvPr>
          <p:cNvSpPr/>
          <p:nvPr/>
        </p:nvSpPr>
        <p:spPr>
          <a:xfrm>
            <a:off x="2549405" y="4087782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Battery Life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6C77D3A-4703-52D6-6541-C6B32F2C524B}"/>
              </a:ext>
            </a:extLst>
          </p:cNvPr>
          <p:cNvSpPr/>
          <p:nvPr/>
        </p:nvSpPr>
        <p:spPr>
          <a:xfrm>
            <a:off x="7408944" y="4087782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Obstacle</a:t>
            </a:r>
            <a:endParaRPr lang="en-Z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800468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77EE18-7103-69CC-305C-181BCC9996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AD82D57-730D-6CC5-89BF-3B68B36F9F5D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Results: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2D28C8-BB38-8DF5-985B-DE681E963F2B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757195" y="1366542"/>
            <a:ext cx="5240483" cy="518496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6AC902-2E39-2429-6D51-914C041DCF46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6545771" y="1903638"/>
            <a:ext cx="5240482" cy="4260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480471"/>
      </p:ext>
    </p:extLst>
  </p:cSld>
  <p:clrMapOvr>
    <a:masterClrMapping/>
  </p:clrMapOvr>
  <p:transition>
    <p:wip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141594-C01A-3C1D-3636-69DF5CDD133B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Scenarios: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7FC4446B-18E2-8F6B-D17F-1175AEDE4ABB}"/>
              </a:ext>
            </a:extLst>
          </p:cNvPr>
          <p:cNvSpPr/>
          <p:nvPr/>
        </p:nvSpPr>
        <p:spPr>
          <a:xfrm>
            <a:off x="2578902" y="2240179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Battery below 110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8D52053-329C-EBBE-E5A3-C745A6F2108E}"/>
              </a:ext>
            </a:extLst>
          </p:cNvPr>
          <p:cNvSpPr/>
          <p:nvPr/>
        </p:nvSpPr>
        <p:spPr>
          <a:xfrm>
            <a:off x="6619960" y="2240179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Victim’s Health below 110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5CC42EA-4CEA-FED2-13F2-9B450501841E}"/>
              </a:ext>
            </a:extLst>
          </p:cNvPr>
          <p:cNvSpPr/>
          <p:nvPr/>
        </p:nvSpPr>
        <p:spPr>
          <a:xfrm>
            <a:off x="2578902" y="4157470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Time </a:t>
            </a:r>
            <a:r>
              <a:rPr lang="en-US" sz="2000">
                <a:solidFill>
                  <a:schemeClr val="bg1"/>
                </a:solidFill>
              </a:rPr>
              <a:t>below 80</a:t>
            </a:r>
            <a:endParaRPr lang="en-ZA" sz="2000" dirty="0">
              <a:solidFill>
                <a:schemeClr val="bg1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81E541B-EF75-CED0-8D88-F739035F5A55}"/>
              </a:ext>
            </a:extLst>
          </p:cNvPr>
          <p:cNvSpPr/>
          <p:nvPr/>
        </p:nvSpPr>
        <p:spPr>
          <a:xfrm>
            <a:off x="6619960" y="4157470"/>
            <a:ext cx="2774066" cy="923330"/>
          </a:xfrm>
          <a:prstGeom prst="roundRect">
            <a:avLst/>
          </a:prstGeom>
          <a:solidFill>
            <a:srgbClr val="FF99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dirty="0">
                <a:solidFill>
                  <a:schemeClr val="bg1"/>
                </a:solidFill>
              </a:rPr>
              <a:t>Obstacle</a:t>
            </a:r>
            <a:endParaRPr lang="en-ZA" sz="2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5089625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D10DA55-BA46-CCBC-26C2-20AB0EE49D9F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Limitations: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6A2E3E-49AE-58F5-6FBB-DB65E89EAE02}"/>
              </a:ext>
            </a:extLst>
          </p:cNvPr>
          <p:cNvSpPr txBox="1"/>
          <p:nvPr/>
        </p:nvSpPr>
        <p:spPr>
          <a:xfrm>
            <a:off x="844952" y="4396792"/>
            <a:ext cx="10515600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b="1" dirty="0">
                <a:solidFill>
                  <a:srgbClr val="FFC000"/>
                </a:solidFill>
              </a:rPr>
              <a:t>Rigidity in goal states </a:t>
            </a:r>
            <a:r>
              <a:rPr lang="en-ZA" dirty="0">
                <a:solidFill>
                  <a:schemeClr val="bg1"/>
                </a:solidFill>
              </a:rPr>
              <a:t>poses issues- leads to decisions that disregard the appropriate sequence of actions in search and rescue (SAR) scenarios.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</a:t>
            </a:r>
            <a:r>
              <a:rPr lang="en-ZA" b="1" dirty="0">
                <a:solidFill>
                  <a:srgbClr val="FFC000"/>
                </a:solidFill>
              </a:rPr>
              <a:t>heuristic planner </a:t>
            </a:r>
            <a:r>
              <a:rPr lang="en-ZA" dirty="0">
                <a:solidFill>
                  <a:schemeClr val="bg1"/>
                </a:solidFill>
              </a:rPr>
              <a:t>tends to avoid challenging paths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Implementing an </a:t>
            </a:r>
            <a:r>
              <a:rPr lang="en-ZA" b="1" dirty="0">
                <a:solidFill>
                  <a:srgbClr val="FFC000"/>
                </a:solidFill>
              </a:rPr>
              <a:t>"abort-mission" effect </a:t>
            </a:r>
            <a:r>
              <a:rPr lang="en-ZA" dirty="0">
                <a:solidFill>
                  <a:schemeClr val="bg1"/>
                </a:solidFill>
              </a:rPr>
              <a:t>prevents continuation of processes if certain conditions are met, aiming to align actions with logical SAR sequences.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413D2C-20FC-587F-7770-A9F2E8F8A10A}"/>
              </a:ext>
            </a:extLst>
          </p:cNvPr>
          <p:cNvSpPr txBox="1"/>
          <p:nvPr/>
        </p:nvSpPr>
        <p:spPr>
          <a:xfrm>
            <a:off x="844952" y="3137268"/>
            <a:ext cx="1042686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chemeClr val="bg1"/>
                </a:solidFill>
              </a:rPr>
              <a:t>The </a:t>
            </a:r>
            <a:r>
              <a:rPr lang="en-ZA" sz="1800" b="1" dirty="0">
                <a:solidFill>
                  <a:srgbClr val="FFC000"/>
                </a:solidFill>
              </a:rPr>
              <a:t>scenario </a:t>
            </a:r>
            <a:r>
              <a:rPr lang="en-ZA" sz="1800" dirty="0">
                <a:solidFill>
                  <a:schemeClr val="bg1"/>
                </a:solidFill>
              </a:rPr>
              <a:t>demonstrates this limitation, as the </a:t>
            </a:r>
            <a:r>
              <a:rPr lang="en-ZA" sz="1800" b="1" dirty="0">
                <a:solidFill>
                  <a:srgbClr val="FFC000"/>
                </a:solidFill>
              </a:rPr>
              <a:t>robot </a:t>
            </a:r>
            <a:r>
              <a:rPr lang="en-ZA" sz="1800" dirty="0">
                <a:solidFill>
                  <a:schemeClr val="bg1"/>
                </a:solidFill>
              </a:rPr>
              <a:t>needs to adjust its position to </a:t>
            </a:r>
            <a:r>
              <a:rPr lang="en-ZA" sz="1800" b="1" dirty="0">
                <a:solidFill>
                  <a:srgbClr val="FFC000"/>
                </a:solidFill>
              </a:rPr>
              <a:t>assess a victim's vitals,</a:t>
            </a:r>
            <a:r>
              <a:rPr lang="en-ZA" sz="1800" dirty="0">
                <a:solidFill>
                  <a:schemeClr val="bg1"/>
                </a:solidFill>
              </a:rPr>
              <a:t> ignoring the </a:t>
            </a:r>
            <a:r>
              <a:rPr lang="en-ZA" sz="1800" b="1" dirty="0">
                <a:solidFill>
                  <a:srgbClr val="FFC000"/>
                </a:solidFill>
              </a:rPr>
              <a:t>room's dimensions </a:t>
            </a:r>
            <a:r>
              <a:rPr lang="en-ZA" sz="1800" dirty="0">
                <a:solidFill>
                  <a:schemeClr val="bg1"/>
                </a:solidFill>
              </a:rPr>
              <a:t>and </a:t>
            </a:r>
            <a:r>
              <a:rPr lang="en-ZA" sz="1800" b="1" dirty="0">
                <a:solidFill>
                  <a:srgbClr val="FFC000"/>
                </a:solidFill>
              </a:rPr>
              <a:t>movement requirements within the room</a:t>
            </a:r>
            <a:r>
              <a:rPr lang="en-ZA" sz="1800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dirty="0">
                <a:solidFill>
                  <a:schemeClr val="bg1"/>
                </a:solidFill>
              </a:rPr>
              <a:t>The system assumes </a:t>
            </a:r>
            <a:r>
              <a:rPr lang="en-ZA" b="1" dirty="0">
                <a:solidFill>
                  <a:srgbClr val="FFC000"/>
                </a:solidFill>
              </a:rPr>
              <a:t>optimal conditions</a:t>
            </a:r>
            <a:r>
              <a:rPr lang="en-ZA" dirty="0">
                <a:solidFill>
                  <a:schemeClr val="bg1"/>
                </a:solidFill>
              </a:rPr>
              <a:t>, leading to </a:t>
            </a:r>
            <a:r>
              <a:rPr lang="en-ZA" b="1" dirty="0">
                <a:solidFill>
                  <a:srgbClr val="FFC000"/>
                </a:solidFill>
              </a:rPr>
              <a:t>challenges</a:t>
            </a:r>
            <a:r>
              <a:rPr lang="en-ZA" dirty="0">
                <a:solidFill>
                  <a:schemeClr val="bg1"/>
                </a:solidFill>
              </a:rPr>
              <a:t> in handling </a:t>
            </a:r>
            <a:r>
              <a:rPr lang="en-ZA" b="1" dirty="0">
                <a:solidFill>
                  <a:srgbClr val="FFC000"/>
                </a:solidFill>
              </a:rPr>
              <a:t>uncertainties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417880-9F2A-45E5-8F18-E5F908B0A20A}"/>
              </a:ext>
            </a:extLst>
          </p:cNvPr>
          <p:cNvSpPr txBox="1"/>
          <p:nvPr/>
        </p:nvSpPr>
        <p:spPr>
          <a:xfrm>
            <a:off x="844952" y="1600865"/>
            <a:ext cx="1029886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chemeClr val="bg1"/>
                </a:solidFill>
              </a:rPr>
              <a:t>Its reliance on </a:t>
            </a:r>
            <a:r>
              <a:rPr lang="en-ZA" sz="1800" b="1" dirty="0">
                <a:solidFill>
                  <a:srgbClr val="FFC000"/>
                </a:solidFill>
              </a:rPr>
              <a:t>topological representation</a:t>
            </a:r>
            <a:r>
              <a:rPr lang="en-ZA" sz="1800" dirty="0">
                <a:solidFill>
                  <a:schemeClr val="bg1"/>
                </a:solidFill>
              </a:rPr>
              <a:t>, lacking </a:t>
            </a:r>
            <a:r>
              <a:rPr lang="en-ZA" sz="1800" b="1" dirty="0">
                <a:solidFill>
                  <a:srgbClr val="FFC000"/>
                </a:solidFill>
              </a:rPr>
              <a:t>continuous geometric representation </a:t>
            </a:r>
            <a:r>
              <a:rPr lang="en-ZA" sz="1800" dirty="0">
                <a:solidFill>
                  <a:schemeClr val="bg1"/>
                </a:solidFill>
              </a:rPr>
              <a:t>of the environment.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ZA" sz="1800" dirty="0">
                <a:solidFill>
                  <a:schemeClr val="bg1"/>
                </a:solidFill>
              </a:rPr>
              <a:t>The problem file defines </a:t>
            </a:r>
            <a:r>
              <a:rPr lang="en-ZA" sz="1800" b="1" dirty="0">
                <a:solidFill>
                  <a:srgbClr val="FFC000"/>
                </a:solidFill>
              </a:rPr>
              <a:t>world variables </a:t>
            </a:r>
            <a:r>
              <a:rPr lang="en-ZA" sz="1800" dirty="0">
                <a:solidFill>
                  <a:schemeClr val="bg1"/>
                </a:solidFill>
              </a:rPr>
              <a:t>but does not </a:t>
            </a:r>
            <a:r>
              <a:rPr lang="en-ZA" sz="1800" b="1" dirty="0">
                <a:solidFill>
                  <a:srgbClr val="FFC000"/>
                </a:solidFill>
              </a:rPr>
              <a:t>consider geometric conditions</a:t>
            </a:r>
            <a:r>
              <a:rPr lang="en-ZA" sz="1800" dirty="0">
                <a:solidFill>
                  <a:schemeClr val="bg1"/>
                </a:solidFill>
              </a:rPr>
              <a:t>, impacting the robot's ability to determine its </a:t>
            </a:r>
            <a:r>
              <a:rPr lang="en-ZA" sz="1800" b="1" dirty="0">
                <a:solidFill>
                  <a:srgbClr val="FFC000"/>
                </a:solidFill>
              </a:rPr>
              <a:t>exact location</a:t>
            </a:r>
            <a:r>
              <a:rPr lang="en-ZA" sz="1800" dirty="0">
                <a:solidFill>
                  <a:schemeClr val="bg1"/>
                </a:solidFill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00484608"/>
      </p:ext>
    </p:extLst>
  </p:cSld>
  <p:clrMapOvr>
    <a:masterClrMapping/>
  </p:clrMapOvr>
  <p:transition spd="med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325EC9-2EDC-669E-CEEC-3DC0B8DB4F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4B5B5C8-0D3C-C8F4-10A3-A3C4148A89D2}"/>
              </a:ext>
            </a:extLst>
          </p:cNvPr>
          <p:cNvSpPr txBox="1"/>
          <p:nvPr/>
        </p:nvSpPr>
        <p:spPr>
          <a:xfrm>
            <a:off x="578734" y="497711"/>
            <a:ext cx="797495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Limitations:</a:t>
            </a:r>
            <a:endParaRPr lang="en-ZA" sz="4000" b="1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84D011-B193-E8AD-CC52-0402F7FC19A9}"/>
              </a:ext>
            </a:extLst>
          </p:cNvPr>
          <p:cNvSpPr txBox="1"/>
          <p:nvPr/>
        </p:nvSpPr>
        <p:spPr>
          <a:xfrm>
            <a:off x="812157" y="2097532"/>
            <a:ext cx="10567686" cy="327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PDDL+ vs PDDL: 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Converted into </a:t>
            </a:r>
            <a:r>
              <a:rPr lang="en-ZA" sz="2400" b="1" dirty="0">
                <a:solidFill>
                  <a:srgbClr val="FFC000"/>
                </a:solidFill>
              </a:rPr>
              <a:t>durative actions </a:t>
            </a:r>
            <a:r>
              <a:rPr lang="en-ZA" sz="2400" dirty="0">
                <a:solidFill>
                  <a:schemeClr val="bg1"/>
                </a:solidFill>
              </a:rPr>
              <a:t>to prevent battery depletion issues caused by </a:t>
            </a:r>
            <a:r>
              <a:rPr lang="en-ZA" sz="2400" b="1" dirty="0">
                <a:solidFill>
                  <a:srgbClr val="FFC000"/>
                </a:solidFill>
              </a:rPr>
              <a:t>time conflicts </a:t>
            </a:r>
            <a:r>
              <a:rPr lang="en-ZA" sz="2400" dirty="0">
                <a:solidFill>
                  <a:schemeClr val="bg1"/>
                </a:solidFill>
              </a:rPr>
              <a:t>in the planner.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ZA" sz="2400" dirty="0">
                <a:solidFill>
                  <a:schemeClr val="bg1"/>
                </a:solidFill>
              </a:rPr>
              <a:t>Durative actions </a:t>
            </a:r>
            <a:r>
              <a:rPr lang="en-ZA" sz="2400" b="1" dirty="0">
                <a:solidFill>
                  <a:srgbClr val="FFC000"/>
                </a:solidFill>
              </a:rPr>
              <a:t>cannot be interrupted</a:t>
            </a:r>
            <a:r>
              <a:rPr lang="en-ZA" sz="2400" dirty="0">
                <a:solidFill>
                  <a:schemeClr val="bg1"/>
                </a:solidFill>
              </a:rPr>
              <a:t>, a limitation of PDDL; PDDL+ addresses this by permitting the use of "events" to manage processes more effectively.</a:t>
            </a:r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This is the difference between </a:t>
            </a:r>
            <a:r>
              <a:rPr lang="en-US" sz="2400" b="1" dirty="0">
                <a:solidFill>
                  <a:srgbClr val="FFC000"/>
                </a:solidFill>
              </a:rPr>
              <a:t>discrete intervals </a:t>
            </a:r>
            <a:r>
              <a:rPr lang="en-US" sz="2400" dirty="0">
                <a:solidFill>
                  <a:schemeClr val="bg1"/>
                </a:solidFill>
              </a:rPr>
              <a:t>and </a:t>
            </a:r>
            <a:r>
              <a:rPr lang="en-US" sz="2400" b="1" dirty="0">
                <a:solidFill>
                  <a:srgbClr val="FFC000"/>
                </a:solidFill>
              </a:rPr>
              <a:t>continuous state evaluation.</a:t>
            </a:r>
            <a:endParaRPr lang="en-ZA" sz="2400" b="1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146526"/>
      </p:ext>
    </p:extLst>
  </p:cSld>
  <p:clrMapOvr>
    <a:masterClrMapping/>
  </p:clrMapOvr>
  <p:transition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D45E03-08E5-A77A-AA08-7915119DE4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5441A46-DB72-28D2-CBA3-9B5F7C766C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-15240"/>
            <a:ext cx="12192000" cy="640556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8A3D9F-332E-91DA-D206-EB3D44D354CA}"/>
              </a:ext>
            </a:extLst>
          </p:cNvPr>
          <p:cNvSpPr/>
          <p:nvPr/>
        </p:nvSpPr>
        <p:spPr>
          <a:xfrm>
            <a:off x="0" y="4988689"/>
            <a:ext cx="12192000" cy="1869311"/>
          </a:xfrm>
          <a:prstGeom prst="rect">
            <a:avLst/>
          </a:prstGeom>
          <a:solidFill>
            <a:srgbClr val="312D2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2420EB-26F4-D76B-8240-F0F242267FDE}"/>
              </a:ext>
            </a:extLst>
          </p:cNvPr>
          <p:cNvSpPr txBox="1"/>
          <p:nvPr/>
        </p:nvSpPr>
        <p:spPr>
          <a:xfrm>
            <a:off x="3300714" y="5425128"/>
            <a:ext cx="55905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3200" b="1" dirty="0">
                <a:solidFill>
                  <a:schemeClr val="bg1"/>
                </a:solidFill>
              </a:rPr>
              <a:t>Thank you for your attention!</a:t>
            </a:r>
            <a:endParaRPr lang="en-ZA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524839"/>
      </p:ext>
    </p:extLst>
  </p:cSld>
  <p:clrMapOvr>
    <a:masterClrMapping/>
  </p:clrMapOvr>
  <p:transition spd="slow">
    <p:push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871</TotalTime>
  <Words>981</Words>
  <Application>Microsoft Office PowerPoint</Application>
  <PresentationFormat>Widescreen</PresentationFormat>
  <Paragraphs>116</Paragraphs>
  <Slides>22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Germena Stefania</dc:creator>
  <cp:lastModifiedBy>Germena Stefania</cp:lastModifiedBy>
  <cp:revision>1</cp:revision>
  <dcterms:created xsi:type="dcterms:W3CDTF">2026-06-25T16:38:38Z</dcterms:created>
  <dcterms:modified xsi:type="dcterms:W3CDTF">2026-06-28T10:15:02Z</dcterms:modified>
</cp:coreProperties>
</file>